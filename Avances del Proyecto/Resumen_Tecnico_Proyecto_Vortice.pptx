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63868-ED74-4FA8-83F0-AE936450AB3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97DDF32-6029-496C-BB43-0A3B7B44331C}">
      <dgm:prSet/>
      <dgm:spPr/>
      <dgm:t>
        <a:bodyPr/>
        <a:lstStyle/>
        <a:p>
          <a:pPr>
            <a:lnSpc>
              <a:spcPct val="100000"/>
            </a:lnSpc>
          </a:pPr>
          <a:r>
            <a:rPr lang="es-CO"/>
            <a:t>Modernizar el sistema de gestión de taller</a:t>
          </a:r>
          <a:endParaRPr lang="en-US"/>
        </a:p>
      </dgm:t>
    </dgm:pt>
    <dgm:pt modelId="{24BA7B21-9D24-45D6-97BC-27A6E35EBC7B}" type="parTrans" cxnId="{8D3F843C-7E57-4351-B8F3-26D7AAFC071B}">
      <dgm:prSet/>
      <dgm:spPr/>
      <dgm:t>
        <a:bodyPr/>
        <a:lstStyle/>
        <a:p>
          <a:endParaRPr lang="en-US"/>
        </a:p>
      </dgm:t>
    </dgm:pt>
    <dgm:pt modelId="{0A9016D1-A1D8-44AA-8B17-F54880B3FA31}" type="sibTrans" cxnId="{8D3F843C-7E57-4351-B8F3-26D7AAFC071B}">
      <dgm:prSet/>
      <dgm:spPr/>
      <dgm:t>
        <a:bodyPr/>
        <a:lstStyle/>
        <a:p>
          <a:endParaRPr lang="en-US"/>
        </a:p>
      </dgm:t>
    </dgm:pt>
    <dgm:pt modelId="{A8C2B5F9-409D-4B58-A0A7-E3BB12B59A2B}">
      <dgm:prSet/>
      <dgm:spPr/>
      <dgm:t>
        <a:bodyPr/>
        <a:lstStyle/>
        <a:p>
          <a:pPr>
            <a:lnSpc>
              <a:spcPct val="100000"/>
            </a:lnSpc>
          </a:pPr>
          <a:r>
            <a:rPr lang="es-CO"/>
            <a:t>Reemplazar plataforma Oracle Forms 6i / Oracle 11g</a:t>
          </a:r>
          <a:endParaRPr lang="en-US"/>
        </a:p>
      </dgm:t>
    </dgm:pt>
    <dgm:pt modelId="{BC507619-51CE-4821-86DF-C1AB1DDB4818}" type="parTrans" cxnId="{98E11AF0-1C2F-41A4-B1BC-A845645E8FEE}">
      <dgm:prSet/>
      <dgm:spPr/>
      <dgm:t>
        <a:bodyPr/>
        <a:lstStyle/>
        <a:p>
          <a:endParaRPr lang="en-US"/>
        </a:p>
      </dgm:t>
    </dgm:pt>
    <dgm:pt modelId="{6A4EDF91-2FD1-4139-A185-D79654E721F8}" type="sibTrans" cxnId="{98E11AF0-1C2F-41A4-B1BC-A845645E8FEE}">
      <dgm:prSet/>
      <dgm:spPr/>
      <dgm:t>
        <a:bodyPr/>
        <a:lstStyle/>
        <a:p>
          <a:endParaRPr lang="en-US"/>
        </a:p>
      </dgm:t>
    </dgm:pt>
    <dgm:pt modelId="{C273606D-B21F-472B-8597-CA11F0C38B00}">
      <dgm:prSet/>
      <dgm:spPr/>
      <dgm:t>
        <a:bodyPr/>
        <a:lstStyle/>
        <a:p>
          <a:pPr>
            <a:lnSpc>
              <a:spcPct val="100000"/>
            </a:lnSpc>
          </a:pPr>
          <a:r>
            <a:rPr lang="es-CO"/>
            <a:t>Adoptar arquitectura moderna, escalable y mantenible</a:t>
          </a:r>
          <a:endParaRPr lang="en-US"/>
        </a:p>
      </dgm:t>
    </dgm:pt>
    <dgm:pt modelId="{50418DAE-F462-4865-8F06-6E6F86887BD5}" type="parTrans" cxnId="{C7E22687-070B-4ECD-A548-55963D28FBFE}">
      <dgm:prSet/>
      <dgm:spPr/>
      <dgm:t>
        <a:bodyPr/>
        <a:lstStyle/>
        <a:p>
          <a:endParaRPr lang="en-US"/>
        </a:p>
      </dgm:t>
    </dgm:pt>
    <dgm:pt modelId="{09E4FD77-1F61-4141-A16D-A06A298262FA}" type="sibTrans" cxnId="{C7E22687-070B-4ECD-A548-55963D28FBFE}">
      <dgm:prSet/>
      <dgm:spPr/>
      <dgm:t>
        <a:bodyPr/>
        <a:lstStyle/>
        <a:p>
          <a:endParaRPr lang="en-US"/>
        </a:p>
      </dgm:t>
    </dgm:pt>
    <dgm:pt modelId="{891DDB6D-1FE2-4F7B-AB23-0C483F10FE2B}" type="pres">
      <dgm:prSet presAssocID="{9BE63868-ED74-4FA8-83F0-AE936450AB38}" presName="root" presStyleCnt="0">
        <dgm:presLayoutVars>
          <dgm:dir/>
          <dgm:resizeHandles val="exact"/>
        </dgm:presLayoutVars>
      </dgm:prSet>
      <dgm:spPr/>
    </dgm:pt>
    <dgm:pt modelId="{A064DEFF-E679-44D5-BD2F-73682A365780}" type="pres">
      <dgm:prSet presAssocID="{E97DDF32-6029-496C-BB43-0A3B7B44331C}" presName="compNode" presStyleCnt="0"/>
      <dgm:spPr/>
    </dgm:pt>
    <dgm:pt modelId="{18D8271C-ED08-408E-886F-33436F365489}" type="pres">
      <dgm:prSet presAssocID="{E97DDF32-6029-496C-BB43-0A3B7B44331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AE74E616-4C92-4EB9-B65A-C2E9FDAF2453}" type="pres">
      <dgm:prSet presAssocID="{E97DDF32-6029-496C-BB43-0A3B7B44331C}" presName="spaceRect" presStyleCnt="0"/>
      <dgm:spPr/>
    </dgm:pt>
    <dgm:pt modelId="{A09C598F-42EA-460F-8EB0-849C13BD8BC5}" type="pres">
      <dgm:prSet presAssocID="{E97DDF32-6029-496C-BB43-0A3B7B44331C}" presName="textRect" presStyleLbl="revTx" presStyleIdx="0" presStyleCnt="3">
        <dgm:presLayoutVars>
          <dgm:chMax val="1"/>
          <dgm:chPref val="1"/>
        </dgm:presLayoutVars>
      </dgm:prSet>
      <dgm:spPr/>
    </dgm:pt>
    <dgm:pt modelId="{9DD08FEE-6CA2-4AD4-9C54-DA6CBA7AC977}" type="pres">
      <dgm:prSet presAssocID="{0A9016D1-A1D8-44AA-8B17-F54880B3FA31}" presName="sibTrans" presStyleCnt="0"/>
      <dgm:spPr/>
    </dgm:pt>
    <dgm:pt modelId="{422F8B76-6B55-4646-AB72-B5A1F7971C52}" type="pres">
      <dgm:prSet presAssocID="{A8C2B5F9-409D-4B58-A0A7-E3BB12B59A2B}" presName="compNode" presStyleCnt="0"/>
      <dgm:spPr/>
    </dgm:pt>
    <dgm:pt modelId="{EECC27FC-B106-423B-8806-F06C1801845C}" type="pres">
      <dgm:prSet presAssocID="{A8C2B5F9-409D-4B58-A0A7-E3BB12B59A2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7326CC15-E831-4D07-9DCA-A6AB48400B4B}" type="pres">
      <dgm:prSet presAssocID="{A8C2B5F9-409D-4B58-A0A7-E3BB12B59A2B}" presName="spaceRect" presStyleCnt="0"/>
      <dgm:spPr/>
    </dgm:pt>
    <dgm:pt modelId="{6B7492D7-6D6B-40E5-B903-B8FDC8FDE911}" type="pres">
      <dgm:prSet presAssocID="{A8C2B5F9-409D-4B58-A0A7-E3BB12B59A2B}" presName="textRect" presStyleLbl="revTx" presStyleIdx="1" presStyleCnt="3">
        <dgm:presLayoutVars>
          <dgm:chMax val="1"/>
          <dgm:chPref val="1"/>
        </dgm:presLayoutVars>
      </dgm:prSet>
      <dgm:spPr/>
    </dgm:pt>
    <dgm:pt modelId="{838D9A1D-B479-495C-96B2-EFD45A70F4AF}" type="pres">
      <dgm:prSet presAssocID="{6A4EDF91-2FD1-4139-A185-D79654E721F8}" presName="sibTrans" presStyleCnt="0"/>
      <dgm:spPr/>
    </dgm:pt>
    <dgm:pt modelId="{359A23B6-8467-4A39-A02F-E551D2B814EC}" type="pres">
      <dgm:prSet presAssocID="{C273606D-B21F-472B-8597-CA11F0C38B00}" presName="compNode" presStyleCnt="0"/>
      <dgm:spPr/>
    </dgm:pt>
    <dgm:pt modelId="{D4D7C9AC-165E-427B-9986-EE0A958C18DD}" type="pres">
      <dgm:prSet presAssocID="{C273606D-B21F-472B-8597-CA11F0C38B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ube"/>
        </a:ext>
      </dgm:extLst>
    </dgm:pt>
    <dgm:pt modelId="{E5A9B208-333A-4526-A153-0784F67A56CE}" type="pres">
      <dgm:prSet presAssocID="{C273606D-B21F-472B-8597-CA11F0C38B00}" presName="spaceRect" presStyleCnt="0"/>
      <dgm:spPr/>
    </dgm:pt>
    <dgm:pt modelId="{C6463CC3-88E6-41F6-9D27-D9A349E365F3}" type="pres">
      <dgm:prSet presAssocID="{C273606D-B21F-472B-8597-CA11F0C38B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0763B28-D62D-4024-9549-A961FFE19854}" type="presOf" srcId="{C273606D-B21F-472B-8597-CA11F0C38B00}" destId="{C6463CC3-88E6-41F6-9D27-D9A349E365F3}" srcOrd="0" destOrd="0" presId="urn:microsoft.com/office/officeart/2018/2/layout/IconLabelList"/>
    <dgm:cxn modelId="{8D3F843C-7E57-4351-B8F3-26D7AAFC071B}" srcId="{9BE63868-ED74-4FA8-83F0-AE936450AB38}" destId="{E97DDF32-6029-496C-BB43-0A3B7B44331C}" srcOrd="0" destOrd="0" parTransId="{24BA7B21-9D24-45D6-97BC-27A6E35EBC7B}" sibTransId="{0A9016D1-A1D8-44AA-8B17-F54880B3FA31}"/>
    <dgm:cxn modelId="{58B05574-961B-4DBB-92F4-B3ACE86A1F4B}" type="presOf" srcId="{A8C2B5F9-409D-4B58-A0A7-E3BB12B59A2B}" destId="{6B7492D7-6D6B-40E5-B903-B8FDC8FDE911}" srcOrd="0" destOrd="0" presId="urn:microsoft.com/office/officeart/2018/2/layout/IconLabelList"/>
    <dgm:cxn modelId="{C7E22687-070B-4ECD-A548-55963D28FBFE}" srcId="{9BE63868-ED74-4FA8-83F0-AE936450AB38}" destId="{C273606D-B21F-472B-8597-CA11F0C38B00}" srcOrd="2" destOrd="0" parTransId="{50418DAE-F462-4865-8F06-6E6F86887BD5}" sibTransId="{09E4FD77-1F61-4141-A16D-A06A298262FA}"/>
    <dgm:cxn modelId="{D6BE5ECC-A913-4DA1-A794-91BF26E83572}" type="presOf" srcId="{9BE63868-ED74-4FA8-83F0-AE936450AB38}" destId="{891DDB6D-1FE2-4F7B-AB23-0C483F10FE2B}" srcOrd="0" destOrd="0" presId="urn:microsoft.com/office/officeart/2018/2/layout/IconLabelList"/>
    <dgm:cxn modelId="{98E11AF0-1C2F-41A4-B1BC-A845645E8FEE}" srcId="{9BE63868-ED74-4FA8-83F0-AE936450AB38}" destId="{A8C2B5F9-409D-4B58-A0A7-E3BB12B59A2B}" srcOrd="1" destOrd="0" parTransId="{BC507619-51CE-4821-86DF-C1AB1DDB4818}" sibTransId="{6A4EDF91-2FD1-4139-A185-D79654E721F8}"/>
    <dgm:cxn modelId="{7B7D70F2-0F42-4978-BD50-06CA233BD2EC}" type="presOf" srcId="{E97DDF32-6029-496C-BB43-0A3B7B44331C}" destId="{A09C598F-42EA-460F-8EB0-849C13BD8BC5}" srcOrd="0" destOrd="0" presId="urn:microsoft.com/office/officeart/2018/2/layout/IconLabelList"/>
    <dgm:cxn modelId="{11FCB865-C7D7-4442-980A-C2E8120D47F5}" type="presParOf" srcId="{891DDB6D-1FE2-4F7B-AB23-0C483F10FE2B}" destId="{A064DEFF-E679-44D5-BD2F-73682A365780}" srcOrd="0" destOrd="0" presId="urn:microsoft.com/office/officeart/2018/2/layout/IconLabelList"/>
    <dgm:cxn modelId="{3CE4FDD5-103E-4BAE-A53A-04CF0CACF35C}" type="presParOf" srcId="{A064DEFF-E679-44D5-BD2F-73682A365780}" destId="{18D8271C-ED08-408E-886F-33436F365489}" srcOrd="0" destOrd="0" presId="urn:microsoft.com/office/officeart/2018/2/layout/IconLabelList"/>
    <dgm:cxn modelId="{68E01C64-FD96-4CBB-A4A3-28BE2CCC3907}" type="presParOf" srcId="{A064DEFF-E679-44D5-BD2F-73682A365780}" destId="{AE74E616-4C92-4EB9-B65A-C2E9FDAF2453}" srcOrd="1" destOrd="0" presId="urn:microsoft.com/office/officeart/2018/2/layout/IconLabelList"/>
    <dgm:cxn modelId="{CBE9ED55-833E-4EEE-8AD0-C6AACCFB73F1}" type="presParOf" srcId="{A064DEFF-E679-44D5-BD2F-73682A365780}" destId="{A09C598F-42EA-460F-8EB0-849C13BD8BC5}" srcOrd="2" destOrd="0" presId="urn:microsoft.com/office/officeart/2018/2/layout/IconLabelList"/>
    <dgm:cxn modelId="{D939912E-C9DC-4DE0-B997-F5F63755D1AD}" type="presParOf" srcId="{891DDB6D-1FE2-4F7B-AB23-0C483F10FE2B}" destId="{9DD08FEE-6CA2-4AD4-9C54-DA6CBA7AC977}" srcOrd="1" destOrd="0" presId="urn:microsoft.com/office/officeart/2018/2/layout/IconLabelList"/>
    <dgm:cxn modelId="{F7A399F4-DA29-461D-88D2-112C83A5CDC6}" type="presParOf" srcId="{891DDB6D-1FE2-4F7B-AB23-0C483F10FE2B}" destId="{422F8B76-6B55-4646-AB72-B5A1F7971C52}" srcOrd="2" destOrd="0" presId="urn:microsoft.com/office/officeart/2018/2/layout/IconLabelList"/>
    <dgm:cxn modelId="{88FA5D45-EA76-47C1-BEDA-265658E48047}" type="presParOf" srcId="{422F8B76-6B55-4646-AB72-B5A1F7971C52}" destId="{EECC27FC-B106-423B-8806-F06C1801845C}" srcOrd="0" destOrd="0" presId="urn:microsoft.com/office/officeart/2018/2/layout/IconLabelList"/>
    <dgm:cxn modelId="{47D99A87-5E5F-40C6-9CD0-6181CDB2B6FF}" type="presParOf" srcId="{422F8B76-6B55-4646-AB72-B5A1F7971C52}" destId="{7326CC15-E831-4D07-9DCA-A6AB48400B4B}" srcOrd="1" destOrd="0" presId="urn:microsoft.com/office/officeart/2018/2/layout/IconLabelList"/>
    <dgm:cxn modelId="{91A7A82F-D8FD-46F4-9DE6-A5273455834D}" type="presParOf" srcId="{422F8B76-6B55-4646-AB72-B5A1F7971C52}" destId="{6B7492D7-6D6B-40E5-B903-B8FDC8FDE911}" srcOrd="2" destOrd="0" presId="urn:microsoft.com/office/officeart/2018/2/layout/IconLabelList"/>
    <dgm:cxn modelId="{FAE69D2B-823B-4AE1-9751-25F6426587D1}" type="presParOf" srcId="{891DDB6D-1FE2-4F7B-AB23-0C483F10FE2B}" destId="{838D9A1D-B479-495C-96B2-EFD45A70F4AF}" srcOrd="3" destOrd="0" presId="urn:microsoft.com/office/officeart/2018/2/layout/IconLabelList"/>
    <dgm:cxn modelId="{2055C557-4D81-463E-B344-908AA311E147}" type="presParOf" srcId="{891DDB6D-1FE2-4F7B-AB23-0C483F10FE2B}" destId="{359A23B6-8467-4A39-A02F-E551D2B814EC}" srcOrd="4" destOrd="0" presId="urn:microsoft.com/office/officeart/2018/2/layout/IconLabelList"/>
    <dgm:cxn modelId="{2B6B240B-EC2A-44BF-8CFB-5D5F4F558C48}" type="presParOf" srcId="{359A23B6-8467-4A39-A02F-E551D2B814EC}" destId="{D4D7C9AC-165E-427B-9986-EE0A958C18DD}" srcOrd="0" destOrd="0" presId="urn:microsoft.com/office/officeart/2018/2/layout/IconLabelList"/>
    <dgm:cxn modelId="{3ECA1CEA-1C38-44E5-A275-EC3EDEAC0049}" type="presParOf" srcId="{359A23B6-8467-4A39-A02F-E551D2B814EC}" destId="{E5A9B208-333A-4526-A153-0784F67A56CE}" srcOrd="1" destOrd="0" presId="urn:microsoft.com/office/officeart/2018/2/layout/IconLabelList"/>
    <dgm:cxn modelId="{C37AD252-5469-4B18-BEF6-09D8C883C4E5}" type="presParOf" srcId="{359A23B6-8467-4A39-A02F-E551D2B814EC}" destId="{C6463CC3-88E6-41F6-9D27-D9A349E365F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A4E8D3-F462-4754-9D01-1D0D34AED2D4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15F4A21-63BE-49F1-9546-FF30ED2A0E0C}">
      <dgm:prSet/>
      <dgm:spPr/>
      <dgm:t>
        <a:bodyPr/>
        <a:lstStyle/>
        <a:p>
          <a:r>
            <a:rPr lang="es-CO"/>
            <a:t>Definición y aprobación de arquitectura</a:t>
          </a:r>
          <a:endParaRPr lang="en-US"/>
        </a:p>
      </dgm:t>
    </dgm:pt>
    <dgm:pt modelId="{9204D035-B629-4D58-91E2-47B73E9FCA9D}" type="parTrans" cxnId="{3F75A707-4B26-457C-902B-20447B99F3D6}">
      <dgm:prSet/>
      <dgm:spPr/>
      <dgm:t>
        <a:bodyPr/>
        <a:lstStyle/>
        <a:p>
          <a:endParaRPr lang="en-US"/>
        </a:p>
      </dgm:t>
    </dgm:pt>
    <dgm:pt modelId="{85685B07-ED44-4B47-8E32-EDFCACA9AAC3}" type="sibTrans" cxnId="{3F75A707-4B26-457C-902B-20447B99F3D6}">
      <dgm:prSet/>
      <dgm:spPr/>
      <dgm:t>
        <a:bodyPr/>
        <a:lstStyle/>
        <a:p>
          <a:endParaRPr lang="en-US"/>
        </a:p>
      </dgm:t>
    </dgm:pt>
    <dgm:pt modelId="{2D814DF4-DAEA-470F-83F7-9194B7B0BE9B}">
      <dgm:prSet/>
      <dgm:spPr/>
      <dgm:t>
        <a:bodyPr/>
        <a:lstStyle/>
        <a:p>
          <a:r>
            <a:rPr lang="es-CO"/>
            <a:t>Implementación de estructura base</a:t>
          </a:r>
          <a:endParaRPr lang="en-US"/>
        </a:p>
      </dgm:t>
    </dgm:pt>
    <dgm:pt modelId="{99B8116B-1F41-46BE-B922-8AEFB0F9AE30}" type="parTrans" cxnId="{99FCC27E-E8D5-455F-A5A3-8CFF9EAABC2A}">
      <dgm:prSet/>
      <dgm:spPr/>
      <dgm:t>
        <a:bodyPr/>
        <a:lstStyle/>
        <a:p>
          <a:endParaRPr lang="en-US"/>
        </a:p>
      </dgm:t>
    </dgm:pt>
    <dgm:pt modelId="{041495A1-205F-42DF-96D1-7A3810B901FD}" type="sibTrans" cxnId="{99FCC27E-E8D5-455F-A5A3-8CFF9EAABC2A}">
      <dgm:prSet/>
      <dgm:spPr/>
      <dgm:t>
        <a:bodyPr/>
        <a:lstStyle/>
        <a:p>
          <a:endParaRPr lang="en-US"/>
        </a:p>
      </dgm:t>
    </dgm:pt>
    <dgm:pt modelId="{72AAFA08-0E6B-4DEE-92E6-48B9ABD82CD2}">
      <dgm:prSet/>
      <dgm:spPr/>
      <dgm:t>
        <a:bodyPr/>
        <a:lstStyle/>
        <a:p>
          <a:r>
            <a:rPr lang="es-CO"/>
            <a:t>Configuración de entornos y DevOps</a:t>
          </a:r>
          <a:endParaRPr lang="en-US"/>
        </a:p>
      </dgm:t>
    </dgm:pt>
    <dgm:pt modelId="{93A212DC-5182-4AD6-A165-D07200A40F82}" type="parTrans" cxnId="{7B10AEDF-1C1E-49F3-83B7-DFC6CEEE59DD}">
      <dgm:prSet/>
      <dgm:spPr/>
      <dgm:t>
        <a:bodyPr/>
        <a:lstStyle/>
        <a:p>
          <a:endParaRPr lang="en-US"/>
        </a:p>
      </dgm:t>
    </dgm:pt>
    <dgm:pt modelId="{1932AE10-E8FC-4493-9761-A88A2266625C}" type="sibTrans" cxnId="{7B10AEDF-1C1E-49F3-83B7-DFC6CEEE59DD}">
      <dgm:prSet/>
      <dgm:spPr/>
      <dgm:t>
        <a:bodyPr/>
        <a:lstStyle/>
        <a:p>
          <a:endParaRPr lang="en-US"/>
        </a:p>
      </dgm:t>
    </dgm:pt>
    <dgm:pt modelId="{3D1D1400-EC95-4B57-8845-F0C50062AF18}">
      <dgm:prSet/>
      <dgm:spPr/>
      <dgm:t>
        <a:bodyPr/>
        <a:lstStyle/>
        <a:p>
          <a:r>
            <a:rPr lang="es-CO"/>
            <a:t>Modelo de datos ajustado</a:t>
          </a:r>
          <a:endParaRPr lang="en-US"/>
        </a:p>
      </dgm:t>
    </dgm:pt>
    <dgm:pt modelId="{7D9729ED-4B84-4CFA-975F-5E56EEDAA459}" type="parTrans" cxnId="{2D014CF9-586E-4A61-9B06-8CCDDA1C2A3F}">
      <dgm:prSet/>
      <dgm:spPr/>
      <dgm:t>
        <a:bodyPr/>
        <a:lstStyle/>
        <a:p>
          <a:endParaRPr lang="en-US"/>
        </a:p>
      </dgm:t>
    </dgm:pt>
    <dgm:pt modelId="{1F805052-39B8-4C58-9173-83A4F33495E3}" type="sibTrans" cxnId="{2D014CF9-586E-4A61-9B06-8CCDDA1C2A3F}">
      <dgm:prSet/>
      <dgm:spPr/>
      <dgm:t>
        <a:bodyPr/>
        <a:lstStyle/>
        <a:p>
          <a:endParaRPr lang="en-US"/>
        </a:p>
      </dgm:t>
    </dgm:pt>
    <dgm:pt modelId="{C4FAE72B-7636-44B7-A46E-53B56F4A8516}" type="pres">
      <dgm:prSet presAssocID="{B4A4E8D3-F462-4754-9D01-1D0D34AED2D4}" presName="outerComposite" presStyleCnt="0">
        <dgm:presLayoutVars>
          <dgm:chMax val="5"/>
          <dgm:dir/>
          <dgm:resizeHandles val="exact"/>
        </dgm:presLayoutVars>
      </dgm:prSet>
      <dgm:spPr/>
    </dgm:pt>
    <dgm:pt modelId="{D148E314-8ADA-41F3-A4DC-2AEA78939102}" type="pres">
      <dgm:prSet presAssocID="{B4A4E8D3-F462-4754-9D01-1D0D34AED2D4}" presName="dummyMaxCanvas" presStyleCnt="0">
        <dgm:presLayoutVars/>
      </dgm:prSet>
      <dgm:spPr/>
    </dgm:pt>
    <dgm:pt modelId="{826EE9C5-6193-4395-82A1-2EA244042E9F}" type="pres">
      <dgm:prSet presAssocID="{B4A4E8D3-F462-4754-9D01-1D0D34AED2D4}" presName="FourNodes_1" presStyleLbl="node1" presStyleIdx="0" presStyleCnt="4">
        <dgm:presLayoutVars>
          <dgm:bulletEnabled val="1"/>
        </dgm:presLayoutVars>
      </dgm:prSet>
      <dgm:spPr/>
    </dgm:pt>
    <dgm:pt modelId="{AA370603-3138-4E08-B7D3-2B91E1C83F59}" type="pres">
      <dgm:prSet presAssocID="{B4A4E8D3-F462-4754-9D01-1D0D34AED2D4}" presName="FourNodes_2" presStyleLbl="node1" presStyleIdx="1" presStyleCnt="4">
        <dgm:presLayoutVars>
          <dgm:bulletEnabled val="1"/>
        </dgm:presLayoutVars>
      </dgm:prSet>
      <dgm:spPr/>
    </dgm:pt>
    <dgm:pt modelId="{6FDE78E8-6EC9-4828-9C99-72010B0B5AD7}" type="pres">
      <dgm:prSet presAssocID="{B4A4E8D3-F462-4754-9D01-1D0D34AED2D4}" presName="FourNodes_3" presStyleLbl="node1" presStyleIdx="2" presStyleCnt="4">
        <dgm:presLayoutVars>
          <dgm:bulletEnabled val="1"/>
        </dgm:presLayoutVars>
      </dgm:prSet>
      <dgm:spPr/>
    </dgm:pt>
    <dgm:pt modelId="{F56647CE-DCF3-421D-9008-4F2E600A39CB}" type="pres">
      <dgm:prSet presAssocID="{B4A4E8D3-F462-4754-9D01-1D0D34AED2D4}" presName="FourNodes_4" presStyleLbl="node1" presStyleIdx="3" presStyleCnt="4">
        <dgm:presLayoutVars>
          <dgm:bulletEnabled val="1"/>
        </dgm:presLayoutVars>
      </dgm:prSet>
      <dgm:spPr/>
    </dgm:pt>
    <dgm:pt modelId="{761A60E5-1DF7-4A77-8976-A64A3D742E98}" type="pres">
      <dgm:prSet presAssocID="{B4A4E8D3-F462-4754-9D01-1D0D34AED2D4}" presName="FourConn_1-2" presStyleLbl="fgAccFollowNode1" presStyleIdx="0" presStyleCnt="3">
        <dgm:presLayoutVars>
          <dgm:bulletEnabled val="1"/>
        </dgm:presLayoutVars>
      </dgm:prSet>
      <dgm:spPr/>
    </dgm:pt>
    <dgm:pt modelId="{77B16F20-850D-40C4-84F0-5B5117123584}" type="pres">
      <dgm:prSet presAssocID="{B4A4E8D3-F462-4754-9D01-1D0D34AED2D4}" presName="FourConn_2-3" presStyleLbl="fgAccFollowNode1" presStyleIdx="1" presStyleCnt="3">
        <dgm:presLayoutVars>
          <dgm:bulletEnabled val="1"/>
        </dgm:presLayoutVars>
      </dgm:prSet>
      <dgm:spPr/>
    </dgm:pt>
    <dgm:pt modelId="{E03AB3B9-5973-4E64-BC57-8F403747865C}" type="pres">
      <dgm:prSet presAssocID="{B4A4E8D3-F462-4754-9D01-1D0D34AED2D4}" presName="FourConn_3-4" presStyleLbl="fgAccFollowNode1" presStyleIdx="2" presStyleCnt="3">
        <dgm:presLayoutVars>
          <dgm:bulletEnabled val="1"/>
        </dgm:presLayoutVars>
      </dgm:prSet>
      <dgm:spPr/>
    </dgm:pt>
    <dgm:pt modelId="{53FE2E64-3A87-46DE-9895-9821BE8CC80F}" type="pres">
      <dgm:prSet presAssocID="{B4A4E8D3-F462-4754-9D01-1D0D34AED2D4}" presName="FourNodes_1_text" presStyleLbl="node1" presStyleIdx="3" presStyleCnt="4">
        <dgm:presLayoutVars>
          <dgm:bulletEnabled val="1"/>
        </dgm:presLayoutVars>
      </dgm:prSet>
      <dgm:spPr/>
    </dgm:pt>
    <dgm:pt modelId="{E6730383-8D62-47B7-B989-2D7220F30633}" type="pres">
      <dgm:prSet presAssocID="{B4A4E8D3-F462-4754-9D01-1D0D34AED2D4}" presName="FourNodes_2_text" presStyleLbl="node1" presStyleIdx="3" presStyleCnt="4">
        <dgm:presLayoutVars>
          <dgm:bulletEnabled val="1"/>
        </dgm:presLayoutVars>
      </dgm:prSet>
      <dgm:spPr/>
    </dgm:pt>
    <dgm:pt modelId="{8FD24A58-C424-4F8A-9F52-CDB017F64BE4}" type="pres">
      <dgm:prSet presAssocID="{B4A4E8D3-F462-4754-9D01-1D0D34AED2D4}" presName="FourNodes_3_text" presStyleLbl="node1" presStyleIdx="3" presStyleCnt="4">
        <dgm:presLayoutVars>
          <dgm:bulletEnabled val="1"/>
        </dgm:presLayoutVars>
      </dgm:prSet>
      <dgm:spPr/>
    </dgm:pt>
    <dgm:pt modelId="{42869191-8547-412B-AA75-21524A9A0369}" type="pres">
      <dgm:prSet presAssocID="{B4A4E8D3-F462-4754-9D01-1D0D34AED2D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F75A707-4B26-457C-902B-20447B99F3D6}" srcId="{B4A4E8D3-F462-4754-9D01-1D0D34AED2D4}" destId="{415F4A21-63BE-49F1-9546-FF30ED2A0E0C}" srcOrd="0" destOrd="0" parTransId="{9204D035-B629-4D58-91E2-47B73E9FCA9D}" sibTransId="{85685B07-ED44-4B47-8E32-EDFCACA9AAC3}"/>
    <dgm:cxn modelId="{623E5D08-C0B8-4D72-8575-7BF97E8EDAFF}" type="presOf" srcId="{3D1D1400-EC95-4B57-8845-F0C50062AF18}" destId="{F56647CE-DCF3-421D-9008-4F2E600A39CB}" srcOrd="0" destOrd="0" presId="urn:microsoft.com/office/officeart/2005/8/layout/vProcess5"/>
    <dgm:cxn modelId="{D185E708-27FD-4FF1-974B-00E224241EE5}" type="presOf" srcId="{041495A1-205F-42DF-96D1-7A3810B901FD}" destId="{77B16F20-850D-40C4-84F0-5B5117123584}" srcOrd="0" destOrd="0" presId="urn:microsoft.com/office/officeart/2005/8/layout/vProcess5"/>
    <dgm:cxn modelId="{6FFC412D-4483-4791-A243-527D2CCFA039}" type="presOf" srcId="{B4A4E8D3-F462-4754-9D01-1D0D34AED2D4}" destId="{C4FAE72B-7636-44B7-A46E-53B56F4A8516}" srcOrd="0" destOrd="0" presId="urn:microsoft.com/office/officeart/2005/8/layout/vProcess5"/>
    <dgm:cxn modelId="{0033ED64-72FE-42E0-BE36-D79B1F19C259}" type="presOf" srcId="{85685B07-ED44-4B47-8E32-EDFCACA9AAC3}" destId="{761A60E5-1DF7-4A77-8976-A64A3D742E98}" srcOrd="0" destOrd="0" presId="urn:microsoft.com/office/officeart/2005/8/layout/vProcess5"/>
    <dgm:cxn modelId="{2845C56D-29EA-4A6B-9ADC-EA6A6C10DE7F}" type="presOf" srcId="{415F4A21-63BE-49F1-9546-FF30ED2A0E0C}" destId="{826EE9C5-6193-4395-82A1-2EA244042E9F}" srcOrd="0" destOrd="0" presId="urn:microsoft.com/office/officeart/2005/8/layout/vProcess5"/>
    <dgm:cxn modelId="{F6D26D6F-FBAF-4A6F-8474-1CA3E466D9B0}" type="presOf" srcId="{72AAFA08-0E6B-4DEE-92E6-48B9ABD82CD2}" destId="{8FD24A58-C424-4F8A-9F52-CDB017F64BE4}" srcOrd="1" destOrd="0" presId="urn:microsoft.com/office/officeart/2005/8/layout/vProcess5"/>
    <dgm:cxn modelId="{2E78FA55-4A61-4C88-B09D-695861721D99}" type="presOf" srcId="{1932AE10-E8FC-4493-9761-A88A2266625C}" destId="{E03AB3B9-5973-4E64-BC57-8F403747865C}" srcOrd="0" destOrd="0" presId="urn:microsoft.com/office/officeart/2005/8/layout/vProcess5"/>
    <dgm:cxn modelId="{42A6B779-9D78-4DCC-A719-A8164870F291}" type="presOf" srcId="{415F4A21-63BE-49F1-9546-FF30ED2A0E0C}" destId="{53FE2E64-3A87-46DE-9895-9821BE8CC80F}" srcOrd="1" destOrd="0" presId="urn:microsoft.com/office/officeart/2005/8/layout/vProcess5"/>
    <dgm:cxn modelId="{99FCC27E-E8D5-455F-A5A3-8CFF9EAABC2A}" srcId="{B4A4E8D3-F462-4754-9D01-1D0D34AED2D4}" destId="{2D814DF4-DAEA-470F-83F7-9194B7B0BE9B}" srcOrd="1" destOrd="0" parTransId="{99B8116B-1F41-46BE-B922-8AEFB0F9AE30}" sibTransId="{041495A1-205F-42DF-96D1-7A3810B901FD}"/>
    <dgm:cxn modelId="{E27AEE8F-D735-4117-A220-FB8301608BA6}" type="presOf" srcId="{2D814DF4-DAEA-470F-83F7-9194B7B0BE9B}" destId="{E6730383-8D62-47B7-B989-2D7220F30633}" srcOrd="1" destOrd="0" presId="urn:microsoft.com/office/officeart/2005/8/layout/vProcess5"/>
    <dgm:cxn modelId="{E647D795-5B7E-40FE-B7E3-CBAC781D1B90}" type="presOf" srcId="{3D1D1400-EC95-4B57-8845-F0C50062AF18}" destId="{42869191-8547-412B-AA75-21524A9A0369}" srcOrd="1" destOrd="0" presId="urn:microsoft.com/office/officeart/2005/8/layout/vProcess5"/>
    <dgm:cxn modelId="{2BD492D4-1E1B-49DF-8D0C-1FEC3BCCC013}" type="presOf" srcId="{72AAFA08-0E6B-4DEE-92E6-48B9ABD82CD2}" destId="{6FDE78E8-6EC9-4828-9C99-72010B0B5AD7}" srcOrd="0" destOrd="0" presId="urn:microsoft.com/office/officeart/2005/8/layout/vProcess5"/>
    <dgm:cxn modelId="{7B10AEDF-1C1E-49F3-83B7-DFC6CEEE59DD}" srcId="{B4A4E8D3-F462-4754-9D01-1D0D34AED2D4}" destId="{72AAFA08-0E6B-4DEE-92E6-48B9ABD82CD2}" srcOrd="2" destOrd="0" parTransId="{93A212DC-5182-4AD6-A165-D07200A40F82}" sibTransId="{1932AE10-E8FC-4493-9761-A88A2266625C}"/>
    <dgm:cxn modelId="{2D014CF9-586E-4A61-9B06-8CCDDA1C2A3F}" srcId="{B4A4E8D3-F462-4754-9D01-1D0D34AED2D4}" destId="{3D1D1400-EC95-4B57-8845-F0C50062AF18}" srcOrd="3" destOrd="0" parTransId="{7D9729ED-4B84-4CFA-975F-5E56EEDAA459}" sibTransId="{1F805052-39B8-4C58-9173-83A4F33495E3}"/>
    <dgm:cxn modelId="{3D4976FC-998F-4DF7-B6DF-F5DFDD3280F8}" type="presOf" srcId="{2D814DF4-DAEA-470F-83F7-9194B7B0BE9B}" destId="{AA370603-3138-4E08-B7D3-2B91E1C83F59}" srcOrd="0" destOrd="0" presId="urn:microsoft.com/office/officeart/2005/8/layout/vProcess5"/>
    <dgm:cxn modelId="{865A357A-EA52-43C3-92DA-451DB38AE808}" type="presParOf" srcId="{C4FAE72B-7636-44B7-A46E-53B56F4A8516}" destId="{D148E314-8ADA-41F3-A4DC-2AEA78939102}" srcOrd="0" destOrd="0" presId="urn:microsoft.com/office/officeart/2005/8/layout/vProcess5"/>
    <dgm:cxn modelId="{596F3969-BEDC-42F8-8700-978187D80CF4}" type="presParOf" srcId="{C4FAE72B-7636-44B7-A46E-53B56F4A8516}" destId="{826EE9C5-6193-4395-82A1-2EA244042E9F}" srcOrd="1" destOrd="0" presId="urn:microsoft.com/office/officeart/2005/8/layout/vProcess5"/>
    <dgm:cxn modelId="{0F881960-1EDA-43B8-B03C-2CE6A4CE10C7}" type="presParOf" srcId="{C4FAE72B-7636-44B7-A46E-53B56F4A8516}" destId="{AA370603-3138-4E08-B7D3-2B91E1C83F59}" srcOrd="2" destOrd="0" presId="urn:microsoft.com/office/officeart/2005/8/layout/vProcess5"/>
    <dgm:cxn modelId="{8611AAB2-1E73-479A-B1DD-D6C007A0AF37}" type="presParOf" srcId="{C4FAE72B-7636-44B7-A46E-53B56F4A8516}" destId="{6FDE78E8-6EC9-4828-9C99-72010B0B5AD7}" srcOrd="3" destOrd="0" presId="urn:microsoft.com/office/officeart/2005/8/layout/vProcess5"/>
    <dgm:cxn modelId="{D006BC1C-5C6F-45BD-9E02-FC58F174D21C}" type="presParOf" srcId="{C4FAE72B-7636-44B7-A46E-53B56F4A8516}" destId="{F56647CE-DCF3-421D-9008-4F2E600A39CB}" srcOrd="4" destOrd="0" presId="urn:microsoft.com/office/officeart/2005/8/layout/vProcess5"/>
    <dgm:cxn modelId="{B2249BDC-7244-4536-A9CF-735048EBF25E}" type="presParOf" srcId="{C4FAE72B-7636-44B7-A46E-53B56F4A8516}" destId="{761A60E5-1DF7-4A77-8976-A64A3D742E98}" srcOrd="5" destOrd="0" presId="urn:microsoft.com/office/officeart/2005/8/layout/vProcess5"/>
    <dgm:cxn modelId="{F2632A2B-636B-4CD3-A1ED-61979278117E}" type="presParOf" srcId="{C4FAE72B-7636-44B7-A46E-53B56F4A8516}" destId="{77B16F20-850D-40C4-84F0-5B5117123584}" srcOrd="6" destOrd="0" presId="urn:microsoft.com/office/officeart/2005/8/layout/vProcess5"/>
    <dgm:cxn modelId="{76A9858F-BB96-428C-8E97-B690D183A248}" type="presParOf" srcId="{C4FAE72B-7636-44B7-A46E-53B56F4A8516}" destId="{E03AB3B9-5973-4E64-BC57-8F403747865C}" srcOrd="7" destOrd="0" presId="urn:microsoft.com/office/officeart/2005/8/layout/vProcess5"/>
    <dgm:cxn modelId="{8F0DBFA3-C9A5-4E07-B52B-575DBC79F756}" type="presParOf" srcId="{C4FAE72B-7636-44B7-A46E-53B56F4A8516}" destId="{53FE2E64-3A87-46DE-9895-9821BE8CC80F}" srcOrd="8" destOrd="0" presId="urn:microsoft.com/office/officeart/2005/8/layout/vProcess5"/>
    <dgm:cxn modelId="{5D9FADE6-B9CE-4F60-84A3-2F4738F2E227}" type="presParOf" srcId="{C4FAE72B-7636-44B7-A46E-53B56F4A8516}" destId="{E6730383-8D62-47B7-B989-2D7220F30633}" srcOrd="9" destOrd="0" presId="urn:microsoft.com/office/officeart/2005/8/layout/vProcess5"/>
    <dgm:cxn modelId="{3175A0FD-FC18-45E4-904A-7CFB6F760399}" type="presParOf" srcId="{C4FAE72B-7636-44B7-A46E-53B56F4A8516}" destId="{8FD24A58-C424-4F8A-9F52-CDB017F64BE4}" srcOrd="10" destOrd="0" presId="urn:microsoft.com/office/officeart/2005/8/layout/vProcess5"/>
    <dgm:cxn modelId="{BE686488-D0B6-49DE-8BE8-782ACEDE6848}" type="presParOf" srcId="{C4FAE72B-7636-44B7-A46E-53B56F4A8516}" destId="{42869191-8547-412B-AA75-21524A9A036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3D00F6-B4D6-425F-96D7-55E171C7B54F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B34A2F9-F691-4616-9892-A56446CD9918}">
      <dgm:prSet/>
      <dgm:spPr/>
      <dgm:t>
        <a:bodyPr/>
        <a:lstStyle/>
        <a:p>
          <a:r>
            <a:rPr lang="es-CO"/>
            <a:t>Arquitectura Hexagonal / Clean Architecture</a:t>
          </a:r>
          <a:endParaRPr lang="en-US"/>
        </a:p>
      </dgm:t>
    </dgm:pt>
    <dgm:pt modelId="{171EFB04-C6C6-4EDD-B3D0-D86E3649697A}" type="parTrans" cxnId="{C3CE54AA-8F6F-406E-AD81-4676AA267539}">
      <dgm:prSet/>
      <dgm:spPr/>
      <dgm:t>
        <a:bodyPr/>
        <a:lstStyle/>
        <a:p>
          <a:endParaRPr lang="en-US"/>
        </a:p>
      </dgm:t>
    </dgm:pt>
    <dgm:pt modelId="{8164F70C-2E09-4861-9FBC-10B9D1B8CF59}" type="sibTrans" cxnId="{C3CE54AA-8F6F-406E-AD81-4676AA267539}">
      <dgm:prSet/>
      <dgm:spPr/>
      <dgm:t>
        <a:bodyPr/>
        <a:lstStyle/>
        <a:p>
          <a:endParaRPr lang="en-US"/>
        </a:p>
      </dgm:t>
    </dgm:pt>
    <dgm:pt modelId="{9638D686-0644-42FB-BFF4-F3DDF497FF19}">
      <dgm:prSet/>
      <dgm:spPr/>
      <dgm:t>
        <a:bodyPr/>
        <a:lstStyle/>
        <a:p>
          <a:r>
            <a:rPr lang="es-CO"/>
            <a:t>Separación por capas: Dominio, Aplicación, Infraestructura, Presentación</a:t>
          </a:r>
          <a:endParaRPr lang="en-US"/>
        </a:p>
      </dgm:t>
    </dgm:pt>
    <dgm:pt modelId="{15C50BEA-95C2-4EB2-8CC4-5AA8CF0DD794}" type="parTrans" cxnId="{71EF8C65-187F-452D-99E3-0F34C08EC9D0}">
      <dgm:prSet/>
      <dgm:spPr/>
      <dgm:t>
        <a:bodyPr/>
        <a:lstStyle/>
        <a:p>
          <a:endParaRPr lang="en-US"/>
        </a:p>
      </dgm:t>
    </dgm:pt>
    <dgm:pt modelId="{4AD22B21-D040-4D51-9A6B-9FE2189A9E69}" type="sibTrans" cxnId="{71EF8C65-187F-452D-99E3-0F34C08EC9D0}">
      <dgm:prSet/>
      <dgm:spPr/>
      <dgm:t>
        <a:bodyPr/>
        <a:lstStyle/>
        <a:p>
          <a:endParaRPr lang="en-US"/>
        </a:p>
      </dgm:t>
    </dgm:pt>
    <dgm:pt modelId="{3CB6B633-4AF3-4BFE-B7A1-C0F03A2A9EF7}">
      <dgm:prSet/>
      <dgm:spPr/>
      <dgm:t>
        <a:bodyPr/>
        <a:lstStyle/>
        <a:p>
          <a:r>
            <a:rPr lang="es-CO"/>
            <a:t>Preparada para pruebas y escalabilidad</a:t>
          </a:r>
          <a:endParaRPr lang="en-US"/>
        </a:p>
      </dgm:t>
    </dgm:pt>
    <dgm:pt modelId="{F65B7841-78D6-48E6-B91C-9BF864155EE2}" type="parTrans" cxnId="{D914CDD8-41C0-47DA-9D5B-CF0FB4F5A483}">
      <dgm:prSet/>
      <dgm:spPr/>
      <dgm:t>
        <a:bodyPr/>
        <a:lstStyle/>
        <a:p>
          <a:endParaRPr lang="en-US"/>
        </a:p>
      </dgm:t>
    </dgm:pt>
    <dgm:pt modelId="{5F4E598C-22EB-49FE-8941-A82D99A0FE8B}" type="sibTrans" cxnId="{D914CDD8-41C0-47DA-9D5B-CF0FB4F5A483}">
      <dgm:prSet/>
      <dgm:spPr/>
      <dgm:t>
        <a:bodyPr/>
        <a:lstStyle/>
        <a:p>
          <a:endParaRPr lang="en-US"/>
        </a:p>
      </dgm:t>
    </dgm:pt>
    <dgm:pt modelId="{08D480A4-DFA0-4AD8-B6BA-ADC5CFA53EF0}" type="pres">
      <dgm:prSet presAssocID="{743D00F6-B4D6-425F-96D7-55E171C7B54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62BB287-5567-4CC7-B6A9-A93888BACD43}" type="pres">
      <dgm:prSet presAssocID="{AB34A2F9-F691-4616-9892-A56446CD9918}" presName="hierRoot1" presStyleCnt="0"/>
      <dgm:spPr/>
    </dgm:pt>
    <dgm:pt modelId="{4EFCCD7E-6232-49F9-9662-CCAE19C89072}" type="pres">
      <dgm:prSet presAssocID="{AB34A2F9-F691-4616-9892-A56446CD9918}" presName="composite" presStyleCnt="0"/>
      <dgm:spPr/>
    </dgm:pt>
    <dgm:pt modelId="{2667E70B-AFCD-4612-A6E3-14AA7B86A679}" type="pres">
      <dgm:prSet presAssocID="{AB34A2F9-F691-4616-9892-A56446CD9918}" presName="background" presStyleLbl="node0" presStyleIdx="0" presStyleCnt="3"/>
      <dgm:spPr/>
    </dgm:pt>
    <dgm:pt modelId="{3321AF82-FDA6-4470-9E30-93D581967B07}" type="pres">
      <dgm:prSet presAssocID="{AB34A2F9-F691-4616-9892-A56446CD9918}" presName="text" presStyleLbl="fgAcc0" presStyleIdx="0" presStyleCnt="3">
        <dgm:presLayoutVars>
          <dgm:chPref val="3"/>
        </dgm:presLayoutVars>
      </dgm:prSet>
      <dgm:spPr/>
    </dgm:pt>
    <dgm:pt modelId="{EDB8AE9B-EE80-49B0-8EEA-BE23318A60D1}" type="pres">
      <dgm:prSet presAssocID="{AB34A2F9-F691-4616-9892-A56446CD9918}" presName="hierChild2" presStyleCnt="0"/>
      <dgm:spPr/>
    </dgm:pt>
    <dgm:pt modelId="{C44918D3-B158-4623-9389-AD484E341A97}" type="pres">
      <dgm:prSet presAssocID="{9638D686-0644-42FB-BFF4-F3DDF497FF19}" presName="hierRoot1" presStyleCnt="0"/>
      <dgm:spPr/>
    </dgm:pt>
    <dgm:pt modelId="{3228B31D-E793-4251-96F5-834A35A454D0}" type="pres">
      <dgm:prSet presAssocID="{9638D686-0644-42FB-BFF4-F3DDF497FF19}" presName="composite" presStyleCnt="0"/>
      <dgm:spPr/>
    </dgm:pt>
    <dgm:pt modelId="{0B202660-1FAC-4ABF-A6A8-DB120D91AC27}" type="pres">
      <dgm:prSet presAssocID="{9638D686-0644-42FB-BFF4-F3DDF497FF19}" presName="background" presStyleLbl="node0" presStyleIdx="1" presStyleCnt="3"/>
      <dgm:spPr/>
    </dgm:pt>
    <dgm:pt modelId="{D6C1ED49-C4D6-46A9-9036-70687D3C9AB9}" type="pres">
      <dgm:prSet presAssocID="{9638D686-0644-42FB-BFF4-F3DDF497FF19}" presName="text" presStyleLbl="fgAcc0" presStyleIdx="1" presStyleCnt="3">
        <dgm:presLayoutVars>
          <dgm:chPref val="3"/>
        </dgm:presLayoutVars>
      </dgm:prSet>
      <dgm:spPr/>
    </dgm:pt>
    <dgm:pt modelId="{079E81DB-08D9-4823-ADFD-A56028844985}" type="pres">
      <dgm:prSet presAssocID="{9638D686-0644-42FB-BFF4-F3DDF497FF19}" presName="hierChild2" presStyleCnt="0"/>
      <dgm:spPr/>
    </dgm:pt>
    <dgm:pt modelId="{D3260132-8939-4888-8887-8D9B5E5FE0EB}" type="pres">
      <dgm:prSet presAssocID="{3CB6B633-4AF3-4BFE-B7A1-C0F03A2A9EF7}" presName="hierRoot1" presStyleCnt="0"/>
      <dgm:spPr/>
    </dgm:pt>
    <dgm:pt modelId="{1832DD4E-9DE0-42B3-8106-4B3C80A701AA}" type="pres">
      <dgm:prSet presAssocID="{3CB6B633-4AF3-4BFE-B7A1-C0F03A2A9EF7}" presName="composite" presStyleCnt="0"/>
      <dgm:spPr/>
    </dgm:pt>
    <dgm:pt modelId="{E1C03A1F-7DEA-4E01-BBB7-DCE6152088C1}" type="pres">
      <dgm:prSet presAssocID="{3CB6B633-4AF3-4BFE-B7A1-C0F03A2A9EF7}" presName="background" presStyleLbl="node0" presStyleIdx="2" presStyleCnt="3"/>
      <dgm:spPr/>
    </dgm:pt>
    <dgm:pt modelId="{D5E57CF3-C006-416F-9DFD-9DCD28347EDC}" type="pres">
      <dgm:prSet presAssocID="{3CB6B633-4AF3-4BFE-B7A1-C0F03A2A9EF7}" presName="text" presStyleLbl="fgAcc0" presStyleIdx="2" presStyleCnt="3">
        <dgm:presLayoutVars>
          <dgm:chPref val="3"/>
        </dgm:presLayoutVars>
      </dgm:prSet>
      <dgm:spPr/>
    </dgm:pt>
    <dgm:pt modelId="{219BC946-1830-43E9-96DC-DFB630606C44}" type="pres">
      <dgm:prSet presAssocID="{3CB6B633-4AF3-4BFE-B7A1-C0F03A2A9EF7}" presName="hierChild2" presStyleCnt="0"/>
      <dgm:spPr/>
    </dgm:pt>
  </dgm:ptLst>
  <dgm:cxnLst>
    <dgm:cxn modelId="{4A786628-9E1A-4144-BD4B-6E6B4F503B72}" type="presOf" srcId="{AB34A2F9-F691-4616-9892-A56446CD9918}" destId="{3321AF82-FDA6-4470-9E30-93D581967B07}" srcOrd="0" destOrd="0" presId="urn:microsoft.com/office/officeart/2005/8/layout/hierarchy1"/>
    <dgm:cxn modelId="{71EF8C65-187F-452D-99E3-0F34C08EC9D0}" srcId="{743D00F6-B4D6-425F-96D7-55E171C7B54F}" destId="{9638D686-0644-42FB-BFF4-F3DDF497FF19}" srcOrd="1" destOrd="0" parTransId="{15C50BEA-95C2-4EB2-8CC4-5AA8CF0DD794}" sibTransId="{4AD22B21-D040-4D51-9A6B-9FE2189A9E69}"/>
    <dgm:cxn modelId="{BBC8E167-457A-4969-AE33-669C0D9BB112}" type="presOf" srcId="{743D00F6-B4D6-425F-96D7-55E171C7B54F}" destId="{08D480A4-DFA0-4AD8-B6BA-ADC5CFA53EF0}" srcOrd="0" destOrd="0" presId="urn:microsoft.com/office/officeart/2005/8/layout/hierarchy1"/>
    <dgm:cxn modelId="{D6CE7898-E6B9-405B-9F78-C3CCF98D3A5D}" type="presOf" srcId="{9638D686-0644-42FB-BFF4-F3DDF497FF19}" destId="{D6C1ED49-C4D6-46A9-9036-70687D3C9AB9}" srcOrd="0" destOrd="0" presId="urn:microsoft.com/office/officeart/2005/8/layout/hierarchy1"/>
    <dgm:cxn modelId="{C3CE54AA-8F6F-406E-AD81-4676AA267539}" srcId="{743D00F6-B4D6-425F-96D7-55E171C7B54F}" destId="{AB34A2F9-F691-4616-9892-A56446CD9918}" srcOrd="0" destOrd="0" parTransId="{171EFB04-C6C6-4EDD-B3D0-D86E3649697A}" sibTransId="{8164F70C-2E09-4861-9FBC-10B9D1B8CF59}"/>
    <dgm:cxn modelId="{0BDE10AC-DE46-40EE-ACD9-51D6FDA4D37B}" type="presOf" srcId="{3CB6B633-4AF3-4BFE-B7A1-C0F03A2A9EF7}" destId="{D5E57CF3-C006-416F-9DFD-9DCD28347EDC}" srcOrd="0" destOrd="0" presId="urn:microsoft.com/office/officeart/2005/8/layout/hierarchy1"/>
    <dgm:cxn modelId="{D914CDD8-41C0-47DA-9D5B-CF0FB4F5A483}" srcId="{743D00F6-B4D6-425F-96D7-55E171C7B54F}" destId="{3CB6B633-4AF3-4BFE-B7A1-C0F03A2A9EF7}" srcOrd="2" destOrd="0" parTransId="{F65B7841-78D6-48E6-B91C-9BF864155EE2}" sibTransId="{5F4E598C-22EB-49FE-8941-A82D99A0FE8B}"/>
    <dgm:cxn modelId="{37103516-8A55-4F4D-B0C0-4448E23C2371}" type="presParOf" srcId="{08D480A4-DFA0-4AD8-B6BA-ADC5CFA53EF0}" destId="{D62BB287-5567-4CC7-B6A9-A93888BACD43}" srcOrd="0" destOrd="0" presId="urn:microsoft.com/office/officeart/2005/8/layout/hierarchy1"/>
    <dgm:cxn modelId="{32D1D598-FE49-4B13-83BB-52875BF9871F}" type="presParOf" srcId="{D62BB287-5567-4CC7-B6A9-A93888BACD43}" destId="{4EFCCD7E-6232-49F9-9662-CCAE19C89072}" srcOrd="0" destOrd="0" presId="urn:microsoft.com/office/officeart/2005/8/layout/hierarchy1"/>
    <dgm:cxn modelId="{94B44541-85FD-425C-80DA-0121C8BE89CE}" type="presParOf" srcId="{4EFCCD7E-6232-49F9-9662-CCAE19C89072}" destId="{2667E70B-AFCD-4612-A6E3-14AA7B86A679}" srcOrd="0" destOrd="0" presId="urn:microsoft.com/office/officeart/2005/8/layout/hierarchy1"/>
    <dgm:cxn modelId="{C03256E1-3A9A-464B-A529-52FD00E66F01}" type="presParOf" srcId="{4EFCCD7E-6232-49F9-9662-CCAE19C89072}" destId="{3321AF82-FDA6-4470-9E30-93D581967B07}" srcOrd="1" destOrd="0" presId="urn:microsoft.com/office/officeart/2005/8/layout/hierarchy1"/>
    <dgm:cxn modelId="{0CF4954F-EE0E-4BAD-B340-C54608ED243B}" type="presParOf" srcId="{D62BB287-5567-4CC7-B6A9-A93888BACD43}" destId="{EDB8AE9B-EE80-49B0-8EEA-BE23318A60D1}" srcOrd="1" destOrd="0" presId="urn:microsoft.com/office/officeart/2005/8/layout/hierarchy1"/>
    <dgm:cxn modelId="{32E3EFCF-450F-49D8-94AA-FA612CA5E89D}" type="presParOf" srcId="{08D480A4-DFA0-4AD8-B6BA-ADC5CFA53EF0}" destId="{C44918D3-B158-4623-9389-AD484E341A97}" srcOrd="1" destOrd="0" presId="urn:microsoft.com/office/officeart/2005/8/layout/hierarchy1"/>
    <dgm:cxn modelId="{C1554593-5FB3-4797-AE9B-0956324CAE82}" type="presParOf" srcId="{C44918D3-B158-4623-9389-AD484E341A97}" destId="{3228B31D-E793-4251-96F5-834A35A454D0}" srcOrd="0" destOrd="0" presId="urn:microsoft.com/office/officeart/2005/8/layout/hierarchy1"/>
    <dgm:cxn modelId="{4E8543CA-8F14-4F05-9477-9FAB964A54B3}" type="presParOf" srcId="{3228B31D-E793-4251-96F5-834A35A454D0}" destId="{0B202660-1FAC-4ABF-A6A8-DB120D91AC27}" srcOrd="0" destOrd="0" presId="urn:microsoft.com/office/officeart/2005/8/layout/hierarchy1"/>
    <dgm:cxn modelId="{25C1C774-1A2B-47DA-B2C1-17896355F4EC}" type="presParOf" srcId="{3228B31D-E793-4251-96F5-834A35A454D0}" destId="{D6C1ED49-C4D6-46A9-9036-70687D3C9AB9}" srcOrd="1" destOrd="0" presId="urn:microsoft.com/office/officeart/2005/8/layout/hierarchy1"/>
    <dgm:cxn modelId="{38D0B845-5FF5-48FA-9960-60F379E66452}" type="presParOf" srcId="{C44918D3-B158-4623-9389-AD484E341A97}" destId="{079E81DB-08D9-4823-ADFD-A56028844985}" srcOrd="1" destOrd="0" presId="urn:microsoft.com/office/officeart/2005/8/layout/hierarchy1"/>
    <dgm:cxn modelId="{15A03316-AFAB-4FCB-84F5-7590D2C1F194}" type="presParOf" srcId="{08D480A4-DFA0-4AD8-B6BA-ADC5CFA53EF0}" destId="{D3260132-8939-4888-8887-8D9B5E5FE0EB}" srcOrd="2" destOrd="0" presId="urn:microsoft.com/office/officeart/2005/8/layout/hierarchy1"/>
    <dgm:cxn modelId="{2AC51936-60BC-443D-B894-9128D97EF564}" type="presParOf" srcId="{D3260132-8939-4888-8887-8D9B5E5FE0EB}" destId="{1832DD4E-9DE0-42B3-8106-4B3C80A701AA}" srcOrd="0" destOrd="0" presId="urn:microsoft.com/office/officeart/2005/8/layout/hierarchy1"/>
    <dgm:cxn modelId="{5A49F5CA-DE1E-4A16-9696-1B986EF2E615}" type="presParOf" srcId="{1832DD4E-9DE0-42B3-8106-4B3C80A701AA}" destId="{E1C03A1F-7DEA-4E01-BBB7-DCE6152088C1}" srcOrd="0" destOrd="0" presId="urn:microsoft.com/office/officeart/2005/8/layout/hierarchy1"/>
    <dgm:cxn modelId="{AA6FBC49-12DB-42A9-9B90-ADF21EDEB441}" type="presParOf" srcId="{1832DD4E-9DE0-42B3-8106-4B3C80A701AA}" destId="{D5E57CF3-C006-416F-9DFD-9DCD28347EDC}" srcOrd="1" destOrd="0" presId="urn:microsoft.com/office/officeart/2005/8/layout/hierarchy1"/>
    <dgm:cxn modelId="{D2868026-5FD7-43E3-92A2-CDB025853AD6}" type="presParOf" srcId="{D3260132-8939-4888-8887-8D9B5E5FE0EB}" destId="{219BC946-1830-43E9-96DC-DFB630606C4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3C06A4-060A-4B5B-AAE2-2C09FB2689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F8CA42C-1080-4198-9900-FB2721C6D94B}">
      <dgm:prSet/>
      <dgm:spPr/>
      <dgm:t>
        <a:bodyPr/>
        <a:lstStyle/>
        <a:p>
          <a:r>
            <a:rPr lang="es-CO"/>
            <a:t>React 18 + TypeScript + Vite</a:t>
          </a:r>
          <a:endParaRPr lang="en-US"/>
        </a:p>
      </dgm:t>
    </dgm:pt>
    <dgm:pt modelId="{664EFA2D-BE12-4729-85E2-9E5719A8E717}" type="parTrans" cxnId="{04A33A4E-C5B3-4D85-9B3E-3DC3539838C3}">
      <dgm:prSet/>
      <dgm:spPr/>
      <dgm:t>
        <a:bodyPr/>
        <a:lstStyle/>
        <a:p>
          <a:endParaRPr lang="en-US"/>
        </a:p>
      </dgm:t>
    </dgm:pt>
    <dgm:pt modelId="{A7BF0A86-02FC-47A0-BC77-11DE6BA180F3}" type="sibTrans" cxnId="{04A33A4E-C5B3-4D85-9B3E-3DC3539838C3}">
      <dgm:prSet/>
      <dgm:spPr/>
      <dgm:t>
        <a:bodyPr/>
        <a:lstStyle/>
        <a:p>
          <a:endParaRPr lang="en-US"/>
        </a:p>
      </dgm:t>
    </dgm:pt>
    <dgm:pt modelId="{73642B12-6C9E-415C-9918-8797CD818614}">
      <dgm:prSet/>
      <dgm:spPr/>
      <dgm:t>
        <a:bodyPr/>
        <a:lstStyle/>
        <a:p>
          <a:r>
            <a:rPr lang="es-CO"/>
            <a:t>Estructura feature-based</a:t>
          </a:r>
          <a:endParaRPr lang="en-US"/>
        </a:p>
      </dgm:t>
    </dgm:pt>
    <dgm:pt modelId="{EA7E3926-80AC-4B8E-92F6-94CAF569F2ED}" type="parTrans" cxnId="{D55E91D2-0BD4-44C6-B82E-D667B85DC39C}">
      <dgm:prSet/>
      <dgm:spPr/>
      <dgm:t>
        <a:bodyPr/>
        <a:lstStyle/>
        <a:p>
          <a:endParaRPr lang="en-US"/>
        </a:p>
      </dgm:t>
    </dgm:pt>
    <dgm:pt modelId="{7E0B7F0B-4A4D-41DF-B25A-6AA143301189}" type="sibTrans" cxnId="{D55E91D2-0BD4-44C6-B82E-D667B85DC39C}">
      <dgm:prSet/>
      <dgm:spPr/>
      <dgm:t>
        <a:bodyPr/>
        <a:lstStyle/>
        <a:p>
          <a:endParaRPr lang="en-US"/>
        </a:p>
      </dgm:t>
    </dgm:pt>
    <dgm:pt modelId="{8932604F-30A8-4934-8F96-EAA0204ADF3A}">
      <dgm:prSet/>
      <dgm:spPr/>
      <dgm:t>
        <a:bodyPr/>
        <a:lstStyle/>
        <a:p>
          <a:r>
            <a:rPr lang="es-CO"/>
            <a:t>Material UI, React Query, Router</a:t>
          </a:r>
          <a:endParaRPr lang="en-US"/>
        </a:p>
      </dgm:t>
    </dgm:pt>
    <dgm:pt modelId="{A8926413-3662-444E-BF21-46D859AFE9CB}" type="parTrans" cxnId="{9725FD9B-AA5B-46A6-A0D2-3A175B33C210}">
      <dgm:prSet/>
      <dgm:spPr/>
      <dgm:t>
        <a:bodyPr/>
        <a:lstStyle/>
        <a:p>
          <a:endParaRPr lang="en-US"/>
        </a:p>
      </dgm:t>
    </dgm:pt>
    <dgm:pt modelId="{04DE5D89-3005-47E0-A9DC-576C98B96C75}" type="sibTrans" cxnId="{9725FD9B-AA5B-46A6-A0D2-3A175B33C210}">
      <dgm:prSet/>
      <dgm:spPr/>
      <dgm:t>
        <a:bodyPr/>
        <a:lstStyle/>
        <a:p>
          <a:endParaRPr lang="en-US"/>
        </a:p>
      </dgm:t>
    </dgm:pt>
    <dgm:pt modelId="{A773853A-A296-4C40-8E79-275FFE6E7D8E}">
      <dgm:prSet/>
      <dgm:spPr/>
      <dgm:t>
        <a:bodyPr/>
        <a:lstStyle/>
        <a:p>
          <a:r>
            <a:rPr lang="es-CO"/>
            <a:t>Código tipado y estandarizado</a:t>
          </a:r>
          <a:endParaRPr lang="en-US"/>
        </a:p>
      </dgm:t>
    </dgm:pt>
    <dgm:pt modelId="{09CB8A3E-563B-4CA0-9715-1974B469706E}" type="parTrans" cxnId="{633D436B-03EE-4329-A211-899EF4EB1D7A}">
      <dgm:prSet/>
      <dgm:spPr/>
      <dgm:t>
        <a:bodyPr/>
        <a:lstStyle/>
        <a:p>
          <a:endParaRPr lang="en-US"/>
        </a:p>
      </dgm:t>
    </dgm:pt>
    <dgm:pt modelId="{5794BF93-81BF-4DEF-95D8-04866DC8068D}" type="sibTrans" cxnId="{633D436B-03EE-4329-A211-899EF4EB1D7A}">
      <dgm:prSet/>
      <dgm:spPr/>
      <dgm:t>
        <a:bodyPr/>
        <a:lstStyle/>
        <a:p>
          <a:endParaRPr lang="en-US"/>
        </a:p>
      </dgm:t>
    </dgm:pt>
    <dgm:pt modelId="{C5280F45-BAD3-43D3-8F98-20DD0178690B}" type="pres">
      <dgm:prSet presAssocID="{F23C06A4-060A-4B5B-AAE2-2C09FB268981}" presName="root" presStyleCnt="0">
        <dgm:presLayoutVars>
          <dgm:dir/>
          <dgm:resizeHandles val="exact"/>
        </dgm:presLayoutVars>
      </dgm:prSet>
      <dgm:spPr/>
    </dgm:pt>
    <dgm:pt modelId="{CB37F7AF-DE4C-4D90-A23D-0CAC8B7BC4D3}" type="pres">
      <dgm:prSet presAssocID="{9F8CA42C-1080-4198-9900-FB2721C6D94B}" presName="compNode" presStyleCnt="0"/>
      <dgm:spPr/>
    </dgm:pt>
    <dgm:pt modelId="{0C16E3EE-BE0B-46B2-B2AA-6AB817135A2B}" type="pres">
      <dgm:prSet presAssocID="{9F8CA42C-1080-4198-9900-FB2721C6D94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2B26FE17-279E-4AE5-A032-E4D7806D4D56}" type="pres">
      <dgm:prSet presAssocID="{9F8CA42C-1080-4198-9900-FB2721C6D94B}" presName="spaceRect" presStyleCnt="0"/>
      <dgm:spPr/>
    </dgm:pt>
    <dgm:pt modelId="{24FCA5F5-000C-412C-9903-6E9578BB20EC}" type="pres">
      <dgm:prSet presAssocID="{9F8CA42C-1080-4198-9900-FB2721C6D94B}" presName="textRect" presStyleLbl="revTx" presStyleIdx="0" presStyleCnt="4">
        <dgm:presLayoutVars>
          <dgm:chMax val="1"/>
          <dgm:chPref val="1"/>
        </dgm:presLayoutVars>
      </dgm:prSet>
      <dgm:spPr/>
    </dgm:pt>
    <dgm:pt modelId="{A103B3E1-3ECC-4EDE-A866-CEE39302A601}" type="pres">
      <dgm:prSet presAssocID="{A7BF0A86-02FC-47A0-BC77-11DE6BA180F3}" presName="sibTrans" presStyleCnt="0"/>
      <dgm:spPr/>
    </dgm:pt>
    <dgm:pt modelId="{A1AFEB3A-68B7-4F8E-A531-2A7A2B583196}" type="pres">
      <dgm:prSet presAssocID="{73642B12-6C9E-415C-9918-8797CD818614}" presName="compNode" presStyleCnt="0"/>
      <dgm:spPr/>
    </dgm:pt>
    <dgm:pt modelId="{14543CE2-55A4-45FF-ABD2-F5E30C3594D6}" type="pres">
      <dgm:prSet presAssocID="{73642B12-6C9E-415C-9918-8797CD81861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erarquía"/>
        </a:ext>
      </dgm:extLst>
    </dgm:pt>
    <dgm:pt modelId="{5B4175FC-EAE5-4758-A4A8-A27C054F0D0D}" type="pres">
      <dgm:prSet presAssocID="{73642B12-6C9E-415C-9918-8797CD818614}" presName="spaceRect" presStyleCnt="0"/>
      <dgm:spPr/>
    </dgm:pt>
    <dgm:pt modelId="{6318D729-6FF1-4F92-B973-8406945D91FE}" type="pres">
      <dgm:prSet presAssocID="{73642B12-6C9E-415C-9918-8797CD818614}" presName="textRect" presStyleLbl="revTx" presStyleIdx="1" presStyleCnt="4">
        <dgm:presLayoutVars>
          <dgm:chMax val="1"/>
          <dgm:chPref val="1"/>
        </dgm:presLayoutVars>
      </dgm:prSet>
      <dgm:spPr/>
    </dgm:pt>
    <dgm:pt modelId="{1707CBD7-C80E-4EC6-9639-1CB05E25B260}" type="pres">
      <dgm:prSet presAssocID="{7E0B7F0B-4A4D-41DF-B25A-6AA143301189}" presName="sibTrans" presStyleCnt="0"/>
      <dgm:spPr/>
    </dgm:pt>
    <dgm:pt modelId="{500A910F-D7FA-48E2-A1B1-FFF75AD75614}" type="pres">
      <dgm:prSet presAssocID="{8932604F-30A8-4934-8F96-EAA0204ADF3A}" presName="compNode" presStyleCnt="0"/>
      <dgm:spPr/>
    </dgm:pt>
    <dgm:pt modelId="{9F7FA42F-393A-4B8D-8ED8-276B2DAFEFE7}" type="pres">
      <dgm:prSet presAssocID="{8932604F-30A8-4934-8F96-EAA0204ADF3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D1B1AA4B-DF84-4785-91B6-5D402C194C96}" type="pres">
      <dgm:prSet presAssocID="{8932604F-30A8-4934-8F96-EAA0204ADF3A}" presName="spaceRect" presStyleCnt="0"/>
      <dgm:spPr/>
    </dgm:pt>
    <dgm:pt modelId="{AC5DC34B-9D30-40AC-9598-755EC560F34F}" type="pres">
      <dgm:prSet presAssocID="{8932604F-30A8-4934-8F96-EAA0204ADF3A}" presName="textRect" presStyleLbl="revTx" presStyleIdx="2" presStyleCnt="4">
        <dgm:presLayoutVars>
          <dgm:chMax val="1"/>
          <dgm:chPref val="1"/>
        </dgm:presLayoutVars>
      </dgm:prSet>
      <dgm:spPr/>
    </dgm:pt>
    <dgm:pt modelId="{CE84C6AE-E44B-4A26-901A-413E06D66C3C}" type="pres">
      <dgm:prSet presAssocID="{04DE5D89-3005-47E0-A9DC-576C98B96C75}" presName="sibTrans" presStyleCnt="0"/>
      <dgm:spPr/>
    </dgm:pt>
    <dgm:pt modelId="{C865435D-F0CC-4549-B4AE-FD4B143145F4}" type="pres">
      <dgm:prSet presAssocID="{A773853A-A296-4C40-8E79-275FFE6E7D8E}" presName="compNode" presStyleCnt="0"/>
      <dgm:spPr/>
    </dgm:pt>
    <dgm:pt modelId="{2AA99F24-BB10-4D38-962C-11B6F04FB641}" type="pres">
      <dgm:prSet presAssocID="{A773853A-A296-4C40-8E79-275FFE6E7D8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60DACF54-C75D-4463-8A0C-9F9C1E88A2C4}" type="pres">
      <dgm:prSet presAssocID="{A773853A-A296-4C40-8E79-275FFE6E7D8E}" presName="spaceRect" presStyleCnt="0"/>
      <dgm:spPr/>
    </dgm:pt>
    <dgm:pt modelId="{BF73B57A-2683-4BA3-8739-7A6532F4C654}" type="pres">
      <dgm:prSet presAssocID="{A773853A-A296-4C40-8E79-275FFE6E7D8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6F46647-0DEB-444F-B8F3-FD1F83FC5333}" type="presOf" srcId="{8932604F-30A8-4934-8F96-EAA0204ADF3A}" destId="{AC5DC34B-9D30-40AC-9598-755EC560F34F}" srcOrd="0" destOrd="0" presId="urn:microsoft.com/office/officeart/2018/2/layout/IconLabelList"/>
    <dgm:cxn modelId="{0376AF49-198E-45B3-8203-419066C0255D}" type="presOf" srcId="{F23C06A4-060A-4B5B-AAE2-2C09FB268981}" destId="{C5280F45-BAD3-43D3-8F98-20DD0178690B}" srcOrd="0" destOrd="0" presId="urn:microsoft.com/office/officeart/2018/2/layout/IconLabelList"/>
    <dgm:cxn modelId="{633D436B-03EE-4329-A211-899EF4EB1D7A}" srcId="{F23C06A4-060A-4B5B-AAE2-2C09FB268981}" destId="{A773853A-A296-4C40-8E79-275FFE6E7D8E}" srcOrd="3" destOrd="0" parTransId="{09CB8A3E-563B-4CA0-9715-1974B469706E}" sibTransId="{5794BF93-81BF-4DEF-95D8-04866DC8068D}"/>
    <dgm:cxn modelId="{04A33A4E-C5B3-4D85-9B3E-3DC3539838C3}" srcId="{F23C06A4-060A-4B5B-AAE2-2C09FB268981}" destId="{9F8CA42C-1080-4198-9900-FB2721C6D94B}" srcOrd="0" destOrd="0" parTransId="{664EFA2D-BE12-4729-85E2-9E5719A8E717}" sibTransId="{A7BF0A86-02FC-47A0-BC77-11DE6BA180F3}"/>
    <dgm:cxn modelId="{6D76E854-1A2C-4239-A0FF-C1F51DFBC077}" type="presOf" srcId="{9F8CA42C-1080-4198-9900-FB2721C6D94B}" destId="{24FCA5F5-000C-412C-9903-6E9578BB20EC}" srcOrd="0" destOrd="0" presId="urn:microsoft.com/office/officeart/2018/2/layout/IconLabelList"/>
    <dgm:cxn modelId="{9725FD9B-AA5B-46A6-A0D2-3A175B33C210}" srcId="{F23C06A4-060A-4B5B-AAE2-2C09FB268981}" destId="{8932604F-30A8-4934-8F96-EAA0204ADF3A}" srcOrd="2" destOrd="0" parTransId="{A8926413-3662-444E-BF21-46D859AFE9CB}" sibTransId="{04DE5D89-3005-47E0-A9DC-576C98B96C75}"/>
    <dgm:cxn modelId="{9506C6C7-C6B8-4A47-B208-B88F08146B2A}" type="presOf" srcId="{73642B12-6C9E-415C-9918-8797CD818614}" destId="{6318D729-6FF1-4F92-B973-8406945D91FE}" srcOrd="0" destOrd="0" presId="urn:microsoft.com/office/officeart/2018/2/layout/IconLabelList"/>
    <dgm:cxn modelId="{D55E91D2-0BD4-44C6-B82E-D667B85DC39C}" srcId="{F23C06A4-060A-4B5B-AAE2-2C09FB268981}" destId="{73642B12-6C9E-415C-9918-8797CD818614}" srcOrd="1" destOrd="0" parTransId="{EA7E3926-80AC-4B8E-92F6-94CAF569F2ED}" sibTransId="{7E0B7F0B-4A4D-41DF-B25A-6AA143301189}"/>
    <dgm:cxn modelId="{43870BEE-3CF9-4AAD-B48A-0CB7AEEC491F}" type="presOf" srcId="{A773853A-A296-4C40-8E79-275FFE6E7D8E}" destId="{BF73B57A-2683-4BA3-8739-7A6532F4C654}" srcOrd="0" destOrd="0" presId="urn:microsoft.com/office/officeart/2018/2/layout/IconLabelList"/>
    <dgm:cxn modelId="{FC650692-6981-43B4-845A-68214E7204CF}" type="presParOf" srcId="{C5280F45-BAD3-43D3-8F98-20DD0178690B}" destId="{CB37F7AF-DE4C-4D90-A23D-0CAC8B7BC4D3}" srcOrd="0" destOrd="0" presId="urn:microsoft.com/office/officeart/2018/2/layout/IconLabelList"/>
    <dgm:cxn modelId="{038E3D96-836B-48D4-9441-CBA4D2ED2766}" type="presParOf" srcId="{CB37F7AF-DE4C-4D90-A23D-0CAC8B7BC4D3}" destId="{0C16E3EE-BE0B-46B2-B2AA-6AB817135A2B}" srcOrd="0" destOrd="0" presId="urn:microsoft.com/office/officeart/2018/2/layout/IconLabelList"/>
    <dgm:cxn modelId="{CCF75ED8-3A7C-478B-9985-5505E08B7A4C}" type="presParOf" srcId="{CB37F7AF-DE4C-4D90-A23D-0CAC8B7BC4D3}" destId="{2B26FE17-279E-4AE5-A032-E4D7806D4D56}" srcOrd="1" destOrd="0" presId="urn:microsoft.com/office/officeart/2018/2/layout/IconLabelList"/>
    <dgm:cxn modelId="{D2F81BB6-7C80-4A06-ACFC-A1D85ED52B13}" type="presParOf" srcId="{CB37F7AF-DE4C-4D90-A23D-0CAC8B7BC4D3}" destId="{24FCA5F5-000C-412C-9903-6E9578BB20EC}" srcOrd="2" destOrd="0" presId="urn:microsoft.com/office/officeart/2018/2/layout/IconLabelList"/>
    <dgm:cxn modelId="{78325740-F113-43EF-AB37-07370FAC293C}" type="presParOf" srcId="{C5280F45-BAD3-43D3-8F98-20DD0178690B}" destId="{A103B3E1-3ECC-4EDE-A866-CEE39302A601}" srcOrd="1" destOrd="0" presId="urn:microsoft.com/office/officeart/2018/2/layout/IconLabelList"/>
    <dgm:cxn modelId="{7F0CF5DF-EE99-4CA8-82A7-A22BB83DFB31}" type="presParOf" srcId="{C5280F45-BAD3-43D3-8F98-20DD0178690B}" destId="{A1AFEB3A-68B7-4F8E-A531-2A7A2B583196}" srcOrd="2" destOrd="0" presId="urn:microsoft.com/office/officeart/2018/2/layout/IconLabelList"/>
    <dgm:cxn modelId="{A49D6E6C-4911-45C1-89B7-601D8C0C5C8A}" type="presParOf" srcId="{A1AFEB3A-68B7-4F8E-A531-2A7A2B583196}" destId="{14543CE2-55A4-45FF-ABD2-F5E30C3594D6}" srcOrd="0" destOrd="0" presId="urn:microsoft.com/office/officeart/2018/2/layout/IconLabelList"/>
    <dgm:cxn modelId="{D3E32535-BC0C-48A3-9553-44CEAF01778A}" type="presParOf" srcId="{A1AFEB3A-68B7-4F8E-A531-2A7A2B583196}" destId="{5B4175FC-EAE5-4758-A4A8-A27C054F0D0D}" srcOrd="1" destOrd="0" presId="urn:microsoft.com/office/officeart/2018/2/layout/IconLabelList"/>
    <dgm:cxn modelId="{DC482F36-BB9A-4408-8E90-ACABE244E49D}" type="presParOf" srcId="{A1AFEB3A-68B7-4F8E-A531-2A7A2B583196}" destId="{6318D729-6FF1-4F92-B973-8406945D91FE}" srcOrd="2" destOrd="0" presId="urn:microsoft.com/office/officeart/2018/2/layout/IconLabelList"/>
    <dgm:cxn modelId="{653E48DF-99E5-4CF8-8286-AB5C2B924262}" type="presParOf" srcId="{C5280F45-BAD3-43D3-8F98-20DD0178690B}" destId="{1707CBD7-C80E-4EC6-9639-1CB05E25B260}" srcOrd="3" destOrd="0" presId="urn:microsoft.com/office/officeart/2018/2/layout/IconLabelList"/>
    <dgm:cxn modelId="{A5599252-314A-4B48-9373-BF1D3C46B87D}" type="presParOf" srcId="{C5280F45-BAD3-43D3-8F98-20DD0178690B}" destId="{500A910F-D7FA-48E2-A1B1-FFF75AD75614}" srcOrd="4" destOrd="0" presId="urn:microsoft.com/office/officeart/2018/2/layout/IconLabelList"/>
    <dgm:cxn modelId="{FFA92B56-155F-463E-BC27-558EDD6529CD}" type="presParOf" srcId="{500A910F-D7FA-48E2-A1B1-FFF75AD75614}" destId="{9F7FA42F-393A-4B8D-8ED8-276B2DAFEFE7}" srcOrd="0" destOrd="0" presId="urn:microsoft.com/office/officeart/2018/2/layout/IconLabelList"/>
    <dgm:cxn modelId="{B8D2841A-8ADA-4874-83D4-7E4FE569BD21}" type="presParOf" srcId="{500A910F-D7FA-48E2-A1B1-FFF75AD75614}" destId="{D1B1AA4B-DF84-4785-91B6-5D402C194C96}" srcOrd="1" destOrd="0" presId="urn:microsoft.com/office/officeart/2018/2/layout/IconLabelList"/>
    <dgm:cxn modelId="{3F405B52-4C32-4963-BD65-BA129762B98C}" type="presParOf" srcId="{500A910F-D7FA-48E2-A1B1-FFF75AD75614}" destId="{AC5DC34B-9D30-40AC-9598-755EC560F34F}" srcOrd="2" destOrd="0" presId="urn:microsoft.com/office/officeart/2018/2/layout/IconLabelList"/>
    <dgm:cxn modelId="{29C5E30D-A651-4F7A-9666-24C173215912}" type="presParOf" srcId="{C5280F45-BAD3-43D3-8F98-20DD0178690B}" destId="{CE84C6AE-E44B-4A26-901A-413E06D66C3C}" srcOrd="5" destOrd="0" presId="urn:microsoft.com/office/officeart/2018/2/layout/IconLabelList"/>
    <dgm:cxn modelId="{C9D4293B-150F-495A-9E77-C9C2BFAC99F2}" type="presParOf" srcId="{C5280F45-BAD3-43D3-8F98-20DD0178690B}" destId="{C865435D-F0CC-4549-B4AE-FD4B143145F4}" srcOrd="6" destOrd="0" presId="urn:microsoft.com/office/officeart/2018/2/layout/IconLabelList"/>
    <dgm:cxn modelId="{B17130C0-29A9-468E-A3CF-FDF2308D3E2F}" type="presParOf" srcId="{C865435D-F0CC-4549-B4AE-FD4B143145F4}" destId="{2AA99F24-BB10-4D38-962C-11B6F04FB641}" srcOrd="0" destOrd="0" presId="urn:microsoft.com/office/officeart/2018/2/layout/IconLabelList"/>
    <dgm:cxn modelId="{349B6231-4ABB-434B-A0D3-27866BE4B181}" type="presParOf" srcId="{C865435D-F0CC-4549-B4AE-FD4B143145F4}" destId="{60DACF54-C75D-4463-8A0C-9F9C1E88A2C4}" srcOrd="1" destOrd="0" presId="urn:microsoft.com/office/officeart/2018/2/layout/IconLabelList"/>
    <dgm:cxn modelId="{5DDADEF9-7621-438B-9548-D95821FE5306}" type="presParOf" srcId="{C865435D-F0CC-4549-B4AE-FD4B143145F4}" destId="{BF73B57A-2683-4BA3-8739-7A6532F4C65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8A09F9-ADB3-4E1A-8B19-DD7DAF46D4C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C705B63-395A-4EEE-9935-7731FD0986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Arquitectura sólida</a:t>
          </a:r>
        </a:p>
      </dgm:t>
    </dgm:pt>
    <dgm:pt modelId="{EA7ED5A6-6F5A-4FCD-A53D-49EB11AFC173}" type="parTrans" cxnId="{FCFA9113-195A-464B-A2EC-29EB3C4EE926}">
      <dgm:prSet/>
      <dgm:spPr/>
      <dgm:t>
        <a:bodyPr/>
        <a:lstStyle/>
        <a:p>
          <a:endParaRPr lang="en-US"/>
        </a:p>
      </dgm:t>
    </dgm:pt>
    <dgm:pt modelId="{38AF575D-B59D-4183-9016-CE3EDDED4A85}" type="sibTrans" cxnId="{FCFA9113-195A-464B-A2EC-29EB3C4EE926}">
      <dgm:prSet/>
      <dgm:spPr/>
      <dgm:t>
        <a:bodyPr/>
        <a:lstStyle/>
        <a:p>
          <a:endParaRPr lang="en-US"/>
        </a:p>
      </dgm:t>
    </dgm:pt>
    <dgm:pt modelId="{E5CB69F9-A525-47A1-9314-4FE95C5273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Escalabilidad y mantenibilidad</a:t>
          </a:r>
        </a:p>
      </dgm:t>
    </dgm:pt>
    <dgm:pt modelId="{2009C843-7A65-4E7A-B3EC-7F7E9FA36183}" type="parTrans" cxnId="{92AF79F6-A9EE-4475-9726-26B04AEA4ECC}">
      <dgm:prSet/>
      <dgm:spPr/>
      <dgm:t>
        <a:bodyPr/>
        <a:lstStyle/>
        <a:p>
          <a:endParaRPr lang="en-US"/>
        </a:p>
      </dgm:t>
    </dgm:pt>
    <dgm:pt modelId="{CBBA4DB9-E052-47DD-B872-22DA61BBEAF8}" type="sibTrans" cxnId="{92AF79F6-A9EE-4475-9726-26B04AEA4ECC}">
      <dgm:prSet/>
      <dgm:spPr/>
      <dgm:t>
        <a:bodyPr/>
        <a:lstStyle/>
        <a:p>
          <a:endParaRPr lang="en-US"/>
        </a:p>
      </dgm:t>
    </dgm:pt>
    <dgm:pt modelId="{A3108771-1595-42E7-AA91-EDF703F651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Preparación para desarrollo paralelo</a:t>
          </a:r>
        </a:p>
      </dgm:t>
    </dgm:pt>
    <dgm:pt modelId="{F6DCB4DE-5849-4235-B8A3-BBB554DDA3BE}" type="parTrans" cxnId="{D0637419-D8E0-4B61-99A8-1A766D4C4C70}">
      <dgm:prSet/>
      <dgm:spPr/>
      <dgm:t>
        <a:bodyPr/>
        <a:lstStyle/>
        <a:p>
          <a:endParaRPr lang="en-US"/>
        </a:p>
      </dgm:t>
    </dgm:pt>
    <dgm:pt modelId="{A03E5A4F-A9D1-44EB-832A-B050B2C45CBF}" type="sibTrans" cxnId="{D0637419-D8E0-4B61-99A8-1A766D4C4C70}">
      <dgm:prSet/>
      <dgm:spPr/>
      <dgm:t>
        <a:bodyPr/>
        <a:lstStyle/>
        <a:p>
          <a:endParaRPr lang="en-US"/>
        </a:p>
      </dgm:t>
    </dgm:pt>
    <dgm:pt modelId="{5D277C13-9F8E-459E-BDC8-9AFA891598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Reducción de deuda técnica</a:t>
          </a:r>
        </a:p>
      </dgm:t>
    </dgm:pt>
    <dgm:pt modelId="{92B3AF0E-41F6-4308-AAC8-0620600B6245}" type="parTrans" cxnId="{E1A73049-1C74-4E32-AB01-1E717F39A95A}">
      <dgm:prSet/>
      <dgm:spPr/>
      <dgm:t>
        <a:bodyPr/>
        <a:lstStyle/>
        <a:p>
          <a:endParaRPr lang="en-US"/>
        </a:p>
      </dgm:t>
    </dgm:pt>
    <dgm:pt modelId="{7D7D09D4-18D6-4629-B674-2A2A752CE44B}" type="sibTrans" cxnId="{E1A73049-1C74-4E32-AB01-1E717F39A95A}">
      <dgm:prSet/>
      <dgm:spPr/>
      <dgm:t>
        <a:bodyPr/>
        <a:lstStyle/>
        <a:p>
          <a:endParaRPr lang="en-US"/>
        </a:p>
      </dgm:t>
    </dgm:pt>
    <dgm:pt modelId="{903741F0-7A82-43D5-BD32-39220CA73D9E}" type="pres">
      <dgm:prSet presAssocID="{348A09F9-ADB3-4E1A-8B19-DD7DAF46D4CC}" presName="outerComposite" presStyleCnt="0">
        <dgm:presLayoutVars>
          <dgm:chMax val="5"/>
          <dgm:dir/>
          <dgm:resizeHandles val="exact"/>
        </dgm:presLayoutVars>
      </dgm:prSet>
      <dgm:spPr/>
    </dgm:pt>
    <dgm:pt modelId="{8FD991C3-FE8E-4CE9-AB14-FBA909AE8305}" type="pres">
      <dgm:prSet presAssocID="{348A09F9-ADB3-4E1A-8B19-DD7DAF46D4CC}" presName="dummyMaxCanvas" presStyleCnt="0">
        <dgm:presLayoutVars/>
      </dgm:prSet>
      <dgm:spPr/>
    </dgm:pt>
    <dgm:pt modelId="{27AD1DA5-0E5E-442E-BF6F-E12523BC0A79}" type="pres">
      <dgm:prSet presAssocID="{348A09F9-ADB3-4E1A-8B19-DD7DAF46D4CC}" presName="FourNodes_1" presStyleLbl="node1" presStyleIdx="0" presStyleCnt="4">
        <dgm:presLayoutVars>
          <dgm:bulletEnabled val="1"/>
        </dgm:presLayoutVars>
      </dgm:prSet>
      <dgm:spPr/>
    </dgm:pt>
    <dgm:pt modelId="{FBDDB48E-2C64-42D1-8FDB-3FF18208B504}" type="pres">
      <dgm:prSet presAssocID="{348A09F9-ADB3-4E1A-8B19-DD7DAF46D4CC}" presName="FourNodes_2" presStyleLbl="node1" presStyleIdx="1" presStyleCnt="4">
        <dgm:presLayoutVars>
          <dgm:bulletEnabled val="1"/>
        </dgm:presLayoutVars>
      </dgm:prSet>
      <dgm:spPr/>
    </dgm:pt>
    <dgm:pt modelId="{3E8C8348-1217-4BE1-A9B1-6DE6AD83A07D}" type="pres">
      <dgm:prSet presAssocID="{348A09F9-ADB3-4E1A-8B19-DD7DAF46D4CC}" presName="FourNodes_3" presStyleLbl="node1" presStyleIdx="2" presStyleCnt="4">
        <dgm:presLayoutVars>
          <dgm:bulletEnabled val="1"/>
        </dgm:presLayoutVars>
      </dgm:prSet>
      <dgm:spPr/>
    </dgm:pt>
    <dgm:pt modelId="{85779573-0081-4F08-BD30-7222DDCF10D3}" type="pres">
      <dgm:prSet presAssocID="{348A09F9-ADB3-4E1A-8B19-DD7DAF46D4CC}" presName="FourNodes_4" presStyleLbl="node1" presStyleIdx="3" presStyleCnt="4">
        <dgm:presLayoutVars>
          <dgm:bulletEnabled val="1"/>
        </dgm:presLayoutVars>
      </dgm:prSet>
      <dgm:spPr/>
    </dgm:pt>
    <dgm:pt modelId="{7986129B-4A06-4905-9F1E-68C6F2EF6D02}" type="pres">
      <dgm:prSet presAssocID="{348A09F9-ADB3-4E1A-8B19-DD7DAF46D4CC}" presName="FourConn_1-2" presStyleLbl="fgAccFollowNode1" presStyleIdx="0" presStyleCnt="3">
        <dgm:presLayoutVars>
          <dgm:bulletEnabled val="1"/>
        </dgm:presLayoutVars>
      </dgm:prSet>
      <dgm:spPr/>
    </dgm:pt>
    <dgm:pt modelId="{DEECDB36-EA65-444F-8EDC-A672FAA41605}" type="pres">
      <dgm:prSet presAssocID="{348A09F9-ADB3-4E1A-8B19-DD7DAF46D4CC}" presName="FourConn_2-3" presStyleLbl="fgAccFollowNode1" presStyleIdx="1" presStyleCnt="3">
        <dgm:presLayoutVars>
          <dgm:bulletEnabled val="1"/>
        </dgm:presLayoutVars>
      </dgm:prSet>
      <dgm:spPr/>
    </dgm:pt>
    <dgm:pt modelId="{8F23AAF0-0F90-45E1-88BB-26138AE54C03}" type="pres">
      <dgm:prSet presAssocID="{348A09F9-ADB3-4E1A-8B19-DD7DAF46D4CC}" presName="FourConn_3-4" presStyleLbl="fgAccFollowNode1" presStyleIdx="2" presStyleCnt="3">
        <dgm:presLayoutVars>
          <dgm:bulletEnabled val="1"/>
        </dgm:presLayoutVars>
      </dgm:prSet>
      <dgm:spPr/>
    </dgm:pt>
    <dgm:pt modelId="{3A9DC6F9-F2D6-4945-A441-77493155525A}" type="pres">
      <dgm:prSet presAssocID="{348A09F9-ADB3-4E1A-8B19-DD7DAF46D4CC}" presName="FourNodes_1_text" presStyleLbl="node1" presStyleIdx="3" presStyleCnt="4">
        <dgm:presLayoutVars>
          <dgm:bulletEnabled val="1"/>
        </dgm:presLayoutVars>
      </dgm:prSet>
      <dgm:spPr/>
    </dgm:pt>
    <dgm:pt modelId="{219BD991-ED34-456C-879B-2922D7A7A191}" type="pres">
      <dgm:prSet presAssocID="{348A09F9-ADB3-4E1A-8B19-DD7DAF46D4CC}" presName="FourNodes_2_text" presStyleLbl="node1" presStyleIdx="3" presStyleCnt="4">
        <dgm:presLayoutVars>
          <dgm:bulletEnabled val="1"/>
        </dgm:presLayoutVars>
      </dgm:prSet>
      <dgm:spPr/>
    </dgm:pt>
    <dgm:pt modelId="{9DCE476C-1D90-4591-ACFD-8B909D6F4F27}" type="pres">
      <dgm:prSet presAssocID="{348A09F9-ADB3-4E1A-8B19-DD7DAF46D4CC}" presName="FourNodes_3_text" presStyleLbl="node1" presStyleIdx="3" presStyleCnt="4">
        <dgm:presLayoutVars>
          <dgm:bulletEnabled val="1"/>
        </dgm:presLayoutVars>
      </dgm:prSet>
      <dgm:spPr/>
    </dgm:pt>
    <dgm:pt modelId="{92E177A2-4217-4574-9752-A318C211B4A4}" type="pres">
      <dgm:prSet presAssocID="{348A09F9-ADB3-4E1A-8B19-DD7DAF46D4CC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BE70A05-0B2A-4439-A1FC-0FEC7CE85A17}" type="presOf" srcId="{DC705B63-395A-4EEE-9935-7731FD098697}" destId="{27AD1DA5-0E5E-442E-BF6F-E12523BC0A79}" srcOrd="0" destOrd="0" presId="urn:microsoft.com/office/officeart/2005/8/layout/vProcess5"/>
    <dgm:cxn modelId="{D12D6512-BA09-4A2C-9429-F5AC07B7CBC7}" type="presOf" srcId="{38AF575D-B59D-4183-9016-CE3EDDED4A85}" destId="{7986129B-4A06-4905-9F1E-68C6F2EF6D02}" srcOrd="0" destOrd="0" presId="urn:microsoft.com/office/officeart/2005/8/layout/vProcess5"/>
    <dgm:cxn modelId="{FCFA9113-195A-464B-A2EC-29EB3C4EE926}" srcId="{348A09F9-ADB3-4E1A-8B19-DD7DAF46D4CC}" destId="{DC705B63-395A-4EEE-9935-7731FD098697}" srcOrd="0" destOrd="0" parTransId="{EA7ED5A6-6F5A-4FCD-A53D-49EB11AFC173}" sibTransId="{38AF575D-B59D-4183-9016-CE3EDDED4A85}"/>
    <dgm:cxn modelId="{91322216-2A66-48A3-AB92-33E7A9B6B16E}" type="presOf" srcId="{DC705B63-395A-4EEE-9935-7731FD098697}" destId="{3A9DC6F9-F2D6-4945-A441-77493155525A}" srcOrd="1" destOrd="0" presId="urn:microsoft.com/office/officeart/2005/8/layout/vProcess5"/>
    <dgm:cxn modelId="{D0637419-D8E0-4B61-99A8-1A766D4C4C70}" srcId="{348A09F9-ADB3-4E1A-8B19-DD7DAF46D4CC}" destId="{A3108771-1595-42E7-AA91-EDF703F6517D}" srcOrd="2" destOrd="0" parTransId="{F6DCB4DE-5849-4235-B8A3-BBB554DDA3BE}" sibTransId="{A03E5A4F-A9D1-44EB-832A-B050B2C45CBF}"/>
    <dgm:cxn modelId="{CA648231-358E-4D6C-BAEE-A5FF9FEF7676}" type="presOf" srcId="{348A09F9-ADB3-4E1A-8B19-DD7DAF46D4CC}" destId="{903741F0-7A82-43D5-BD32-39220CA73D9E}" srcOrd="0" destOrd="0" presId="urn:microsoft.com/office/officeart/2005/8/layout/vProcess5"/>
    <dgm:cxn modelId="{7F12953B-1D0A-4BA9-874E-4A56D11607A1}" type="presOf" srcId="{5D277C13-9F8E-459E-BDC8-9AFA8915984D}" destId="{85779573-0081-4F08-BD30-7222DDCF10D3}" srcOrd="0" destOrd="0" presId="urn:microsoft.com/office/officeart/2005/8/layout/vProcess5"/>
    <dgm:cxn modelId="{D7C0783F-EF25-46A7-8CB1-F46350B2AE53}" type="presOf" srcId="{CBBA4DB9-E052-47DD-B872-22DA61BBEAF8}" destId="{DEECDB36-EA65-444F-8EDC-A672FAA41605}" srcOrd="0" destOrd="0" presId="urn:microsoft.com/office/officeart/2005/8/layout/vProcess5"/>
    <dgm:cxn modelId="{D6CB565D-C66A-4604-BD2D-25763D819395}" type="presOf" srcId="{A03E5A4F-A9D1-44EB-832A-B050B2C45CBF}" destId="{8F23AAF0-0F90-45E1-88BB-26138AE54C03}" srcOrd="0" destOrd="0" presId="urn:microsoft.com/office/officeart/2005/8/layout/vProcess5"/>
    <dgm:cxn modelId="{E1A73049-1C74-4E32-AB01-1E717F39A95A}" srcId="{348A09F9-ADB3-4E1A-8B19-DD7DAF46D4CC}" destId="{5D277C13-9F8E-459E-BDC8-9AFA8915984D}" srcOrd="3" destOrd="0" parTransId="{92B3AF0E-41F6-4308-AAC8-0620600B6245}" sibTransId="{7D7D09D4-18D6-4629-B674-2A2A752CE44B}"/>
    <dgm:cxn modelId="{66B88E71-C95A-4264-9196-487DEC9B5E6C}" type="presOf" srcId="{A3108771-1595-42E7-AA91-EDF703F6517D}" destId="{9DCE476C-1D90-4591-ACFD-8B909D6F4F27}" srcOrd="1" destOrd="0" presId="urn:microsoft.com/office/officeart/2005/8/layout/vProcess5"/>
    <dgm:cxn modelId="{DEA5CF95-D202-4096-A521-F1C7BC3262C0}" type="presOf" srcId="{A3108771-1595-42E7-AA91-EDF703F6517D}" destId="{3E8C8348-1217-4BE1-A9B1-6DE6AD83A07D}" srcOrd="0" destOrd="0" presId="urn:microsoft.com/office/officeart/2005/8/layout/vProcess5"/>
    <dgm:cxn modelId="{616C3BAD-1585-41B1-B259-B62B0505912F}" type="presOf" srcId="{E5CB69F9-A525-47A1-9314-4FE95C527323}" destId="{219BD991-ED34-456C-879B-2922D7A7A191}" srcOrd="1" destOrd="0" presId="urn:microsoft.com/office/officeart/2005/8/layout/vProcess5"/>
    <dgm:cxn modelId="{06D731B7-32A7-4B56-9584-B2D9667DB531}" type="presOf" srcId="{5D277C13-9F8E-459E-BDC8-9AFA8915984D}" destId="{92E177A2-4217-4574-9752-A318C211B4A4}" srcOrd="1" destOrd="0" presId="urn:microsoft.com/office/officeart/2005/8/layout/vProcess5"/>
    <dgm:cxn modelId="{92AF79F6-A9EE-4475-9726-26B04AEA4ECC}" srcId="{348A09F9-ADB3-4E1A-8B19-DD7DAF46D4CC}" destId="{E5CB69F9-A525-47A1-9314-4FE95C527323}" srcOrd="1" destOrd="0" parTransId="{2009C843-7A65-4E7A-B3EC-7F7E9FA36183}" sibTransId="{CBBA4DB9-E052-47DD-B872-22DA61BBEAF8}"/>
    <dgm:cxn modelId="{BB51D0F7-E762-4A2C-B2E8-3C5467280265}" type="presOf" srcId="{E5CB69F9-A525-47A1-9314-4FE95C527323}" destId="{FBDDB48E-2C64-42D1-8FDB-3FF18208B504}" srcOrd="0" destOrd="0" presId="urn:microsoft.com/office/officeart/2005/8/layout/vProcess5"/>
    <dgm:cxn modelId="{BE0E12DE-704A-4943-B037-C6CDA307F7FD}" type="presParOf" srcId="{903741F0-7A82-43D5-BD32-39220CA73D9E}" destId="{8FD991C3-FE8E-4CE9-AB14-FBA909AE8305}" srcOrd="0" destOrd="0" presId="urn:microsoft.com/office/officeart/2005/8/layout/vProcess5"/>
    <dgm:cxn modelId="{968D6D6C-B435-44B7-BBF2-250C93818297}" type="presParOf" srcId="{903741F0-7A82-43D5-BD32-39220CA73D9E}" destId="{27AD1DA5-0E5E-442E-BF6F-E12523BC0A79}" srcOrd="1" destOrd="0" presId="urn:microsoft.com/office/officeart/2005/8/layout/vProcess5"/>
    <dgm:cxn modelId="{EDF63766-CDE4-4159-A363-1D0224745C2D}" type="presParOf" srcId="{903741F0-7A82-43D5-BD32-39220CA73D9E}" destId="{FBDDB48E-2C64-42D1-8FDB-3FF18208B504}" srcOrd="2" destOrd="0" presId="urn:microsoft.com/office/officeart/2005/8/layout/vProcess5"/>
    <dgm:cxn modelId="{161BEE59-9BCF-4BA7-AEB3-34E49B0348FE}" type="presParOf" srcId="{903741F0-7A82-43D5-BD32-39220CA73D9E}" destId="{3E8C8348-1217-4BE1-A9B1-6DE6AD83A07D}" srcOrd="3" destOrd="0" presId="urn:microsoft.com/office/officeart/2005/8/layout/vProcess5"/>
    <dgm:cxn modelId="{D004C4E5-B903-4779-AC38-738DA6E566B3}" type="presParOf" srcId="{903741F0-7A82-43D5-BD32-39220CA73D9E}" destId="{85779573-0081-4F08-BD30-7222DDCF10D3}" srcOrd="4" destOrd="0" presId="urn:microsoft.com/office/officeart/2005/8/layout/vProcess5"/>
    <dgm:cxn modelId="{4A6F01FB-847D-4988-A086-F7AD5CB07427}" type="presParOf" srcId="{903741F0-7A82-43D5-BD32-39220CA73D9E}" destId="{7986129B-4A06-4905-9F1E-68C6F2EF6D02}" srcOrd="5" destOrd="0" presId="urn:microsoft.com/office/officeart/2005/8/layout/vProcess5"/>
    <dgm:cxn modelId="{0DDC1E36-4971-48AB-97B9-9696B21E5641}" type="presParOf" srcId="{903741F0-7A82-43D5-BD32-39220CA73D9E}" destId="{DEECDB36-EA65-444F-8EDC-A672FAA41605}" srcOrd="6" destOrd="0" presId="urn:microsoft.com/office/officeart/2005/8/layout/vProcess5"/>
    <dgm:cxn modelId="{4C72726F-0D81-403A-98BD-7BD2FAE03635}" type="presParOf" srcId="{903741F0-7A82-43D5-BD32-39220CA73D9E}" destId="{8F23AAF0-0F90-45E1-88BB-26138AE54C03}" srcOrd="7" destOrd="0" presId="urn:microsoft.com/office/officeart/2005/8/layout/vProcess5"/>
    <dgm:cxn modelId="{5848965A-11B5-409B-9638-A2B44EA8F6D6}" type="presParOf" srcId="{903741F0-7A82-43D5-BD32-39220CA73D9E}" destId="{3A9DC6F9-F2D6-4945-A441-77493155525A}" srcOrd="8" destOrd="0" presId="urn:microsoft.com/office/officeart/2005/8/layout/vProcess5"/>
    <dgm:cxn modelId="{31C799A7-3D0D-41F1-B5E7-ABF571A5E900}" type="presParOf" srcId="{903741F0-7A82-43D5-BD32-39220CA73D9E}" destId="{219BD991-ED34-456C-879B-2922D7A7A191}" srcOrd="9" destOrd="0" presId="urn:microsoft.com/office/officeart/2005/8/layout/vProcess5"/>
    <dgm:cxn modelId="{E4F0075A-1E3A-41B7-AC1E-8B9209347068}" type="presParOf" srcId="{903741F0-7A82-43D5-BD32-39220CA73D9E}" destId="{9DCE476C-1D90-4591-ACFD-8B909D6F4F27}" srcOrd="10" destOrd="0" presId="urn:microsoft.com/office/officeart/2005/8/layout/vProcess5"/>
    <dgm:cxn modelId="{CCFCC715-A7FC-428E-A646-1009B4103191}" type="presParOf" srcId="{903741F0-7A82-43D5-BD32-39220CA73D9E}" destId="{92E177A2-4217-4574-9752-A318C211B4A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C0C383-AA8E-4C2F-9A90-66B466DB14F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36777D-57EC-4DCE-BF88-E656C11B24F2}">
      <dgm:prSet/>
      <dgm:spPr/>
      <dgm:t>
        <a:bodyPr/>
        <a:lstStyle/>
        <a:p>
          <a:r>
            <a:rPr lang="en-US"/>
            <a:t>Implementación de autenticación y usuarios</a:t>
          </a:r>
        </a:p>
      </dgm:t>
    </dgm:pt>
    <dgm:pt modelId="{A8B6DFC8-DA65-4E59-83F7-771B465E43F4}" type="parTrans" cxnId="{E770051B-D530-4BBB-B2AF-F59DA326DAC5}">
      <dgm:prSet/>
      <dgm:spPr/>
      <dgm:t>
        <a:bodyPr/>
        <a:lstStyle/>
        <a:p>
          <a:endParaRPr lang="en-US"/>
        </a:p>
      </dgm:t>
    </dgm:pt>
    <dgm:pt modelId="{1CCC7FA9-9FEC-4474-8996-7DB2EFC54D54}" type="sibTrans" cxnId="{E770051B-D530-4BBB-B2AF-F59DA326DAC5}">
      <dgm:prSet/>
      <dgm:spPr/>
      <dgm:t>
        <a:bodyPr/>
        <a:lstStyle/>
        <a:p>
          <a:endParaRPr lang="en-US"/>
        </a:p>
      </dgm:t>
    </dgm:pt>
    <dgm:pt modelId="{CCD5B671-4F59-4393-B9CB-E7E255E37893}">
      <dgm:prSet/>
      <dgm:spPr/>
      <dgm:t>
        <a:bodyPr/>
        <a:lstStyle/>
        <a:p>
          <a:r>
            <a:rPr lang="en-US"/>
            <a:t>Desarrollo MVP módulo Taller</a:t>
          </a:r>
        </a:p>
      </dgm:t>
    </dgm:pt>
    <dgm:pt modelId="{43C934D0-5215-43DD-90C1-F932F3AF8F41}" type="parTrans" cxnId="{2321EF3C-5E73-4695-84F4-F7E4304AD9D8}">
      <dgm:prSet/>
      <dgm:spPr/>
      <dgm:t>
        <a:bodyPr/>
        <a:lstStyle/>
        <a:p>
          <a:endParaRPr lang="en-US"/>
        </a:p>
      </dgm:t>
    </dgm:pt>
    <dgm:pt modelId="{0FC6009F-0209-4548-88C4-9147D014D0C2}" type="sibTrans" cxnId="{2321EF3C-5E73-4695-84F4-F7E4304AD9D8}">
      <dgm:prSet/>
      <dgm:spPr/>
      <dgm:t>
        <a:bodyPr/>
        <a:lstStyle/>
        <a:p>
          <a:endParaRPr lang="en-US"/>
        </a:p>
      </dgm:t>
    </dgm:pt>
    <dgm:pt modelId="{C7DA7E05-2289-4247-A4F9-C752997833C2}">
      <dgm:prSet/>
      <dgm:spPr/>
      <dgm:t>
        <a:bodyPr/>
        <a:lstStyle/>
        <a:p>
          <a:r>
            <a:rPr lang="en-US"/>
            <a:t>Pruebas automatizadas y CI/CD</a:t>
          </a:r>
        </a:p>
      </dgm:t>
    </dgm:pt>
    <dgm:pt modelId="{0D9244AB-9B42-41BC-8C00-83377EC8627E}" type="parTrans" cxnId="{C0E810E2-A252-46EF-BE5B-270472188550}">
      <dgm:prSet/>
      <dgm:spPr/>
      <dgm:t>
        <a:bodyPr/>
        <a:lstStyle/>
        <a:p>
          <a:endParaRPr lang="en-US"/>
        </a:p>
      </dgm:t>
    </dgm:pt>
    <dgm:pt modelId="{EDC92247-1E16-4D76-B351-FB828F03B980}" type="sibTrans" cxnId="{C0E810E2-A252-46EF-BE5B-270472188550}">
      <dgm:prSet/>
      <dgm:spPr/>
      <dgm:t>
        <a:bodyPr/>
        <a:lstStyle/>
        <a:p>
          <a:endParaRPr lang="en-US"/>
        </a:p>
      </dgm:t>
    </dgm:pt>
    <dgm:pt modelId="{E11CAD3A-31AF-4A46-B7AA-9AFF99C9B87D}" type="pres">
      <dgm:prSet presAssocID="{20C0C383-AA8E-4C2F-9A90-66B466DB14FD}" presName="diagram" presStyleCnt="0">
        <dgm:presLayoutVars>
          <dgm:dir/>
          <dgm:resizeHandles val="exact"/>
        </dgm:presLayoutVars>
      </dgm:prSet>
      <dgm:spPr/>
    </dgm:pt>
    <dgm:pt modelId="{381EE388-AF6B-47F7-B528-5FB717AAA855}" type="pres">
      <dgm:prSet presAssocID="{2736777D-57EC-4DCE-BF88-E656C11B24F2}" presName="node" presStyleLbl="node1" presStyleIdx="0" presStyleCnt="3">
        <dgm:presLayoutVars>
          <dgm:bulletEnabled val="1"/>
        </dgm:presLayoutVars>
      </dgm:prSet>
      <dgm:spPr/>
    </dgm:pt>
    <dgm:pt modelId="{807E85A5-8911-4527-8C8A-5968124A6C0C}" type="pres">
      <dgm:prSet presAssocID="{1CCC7FA9-9FEC-4474-8996-7DB2EFC54D54}" presName="sibTrans" presStyleCnt="0"/>
      <dgm:spPr/>
    </dgm:pt>
    <dgm:pt modelId="{4463CD30-E25D-4C0C-BED2-2651C53DFAB2}" type="pres">
      <dgm:prSet presAssocID="{CCD5B671-4F59-4393-B9CB-E7E255E37893}" presName="node" presStyleLbl="node1" presStyleIdx="1" presStyleCnt="3">
        <dgm:presLayoutVars>
          <dgm:bulletEnabled val="1"/>
        </dgm:presLayoutVars>
      </dgm:prSet>
      <dgm:spPr/>
    </dgm:pt>
    <dgm:pt modelId="{AC883DF6-A2BC-440A-99CE-AF7679391FA8}" type="pres">
      <dgm:prSet presAssocID="{0FC6009F-0209-4548-88C4-9147D014D0C2}" presName="sibTrans" presStyleCnt="0"/>
      <dgm:spPr/>
    </dgm:pt>
    <dgm:pt modelId="{6EC3AED9-19DE-4154-9BBE-B66BE477D0A4}" type="pres">
      <dgm:prSet presAssocID="{C7DA7E05-2289-4247-A4F9-C752997833C2}" presName="node" presStyleLbl="node1" presStyleIdx="2" presStyleCnt="3">
        <dgm:presLayoutVars>
          <dgm:bulletEnabled val="1"/>
        </dgm:presLayoutVars>
      </dgm:prSet>
      <dgm:spPr/>
    </dgm:pt>
  </dgm:ptLst>
  <dgm:cxnLst>
    <dgm:cxn modelId="{43A6F200-2C2F-4BBC-8F98-0A1FEA2E6293}" type="presOf" srcId="{20C0C383-AA8E-4C2F-9A90-66B466DB14FD}" destId="{E11CAD3A-31AF-4A46-B7AA-9AFF99C9B87D}" srcOrd="0" destOrd="0" presId="urn:microsoft.com/office/officeart/2005/8/layout/default"/>
    <dgm:cxn modelId="{CD19D403-6A6E-4A44-BCA3-987A91FEB284}" type="presOf" srcId="{C7DA7E05-2289-4247-A4F9-C752997833C2}" destId="{6EC3AED9-19DE-4154-9BBE-B66BE477D0A4}" srcOrd="0" destOrd="0" presId="urn:microsoft.com/office/officeart/2005/8/layout/default"/>
    <dgm:cxn modelId="{E770051B-D530-4BBB-B2AF-F59DA326DAC5}" srcId="{20C0C383-AA8E-4C2F-9A90-66B466DB14FD}" destId="{2736777D-57EC-4DCE-BF88-E656C11B24F2}" srcOrd="0" destOrd="0" parTransId="{A8B6DFC8-DA65-4E59-83F7-771B465E43F4}" sibTransId="{1CCC7FA9-9FEC-4474-8996-7DB2EFC54D54}"/>
    <dgm:cxn modelId="{F29ECF36-158D-4152-BEDB-999472B8032A}" type="presOf" srcId="{CCD5B671-4F59-4393-B9CB-E7E255E37893}" destId="{4463CD30-E25D-4C0C-BED2-2651C53DFAB2}" srcOrd="0" destOrd="0" presId="urn:microsoft.com/office/officeart/2005/8/layout/default"/>
    <dgm:cxn modelId="{2321EF3C-5E73-4695-84F4-F7E4304AD9D8}" srcId="{20C0C383-AA8E-4C2F-9A90-66B466DB14FD}" destId="{CCD5B671-4F59-4393-B9CB-E7E255E37893}" srcOrd="1" destOrd="0" parTransId="{43C934D0-5215-43DD-90C1-F932F3AF8F41}" sibTransId="{0FC6009F-0209-4548-88C4-9147D014D0C2}"/>
    <dgm:cxn modelId="{781B48D9-39D9-4D36-8F6B-E60600AE7BEE}" type="presOf" srcId="{2736777D-57EC-4DCE-BF88-E656C11B24F2}" destId="{381EE388-AF6B-47F7-B528-5FB717AAA855}" srcOrd="0" destOrd="0" presId="urn:microsoft.com/office/officeart/2005/8/layout/default"/>
    <dgm:cxn modelId="{C0E810E2-A252-46EF-BE5B-270472188550}" srcId="{20C0C383-AA8E-4C2F-9A90-66B466DB14FD}" destId="{C7DA7E05-2289-4247-A4F9-C752997833C2}" srcOrd="2" destOrd="0" parTransId="{0D9244AB-9B42-41BC-8C00-83377EC8627E}" sibTransId="{EDC92247-1E16-4D76-B351-FB828F03B980}"/>
    <dgm:cxn modelId="{5338A876-F848-4E09-A607-CA1FE60788D7}" type="presParOf" srcId="{E11CAD3A-31AF-4A46-B7AA-9AFF99C9B87D}" destId="{381EE388-AF6B-47F7-B528-5FB717AAA855}" srcOrd="0" destOrd="0" presId="urn:microsoft.com/office/officeart/2005/8/layout/default"/>
    <dgm:cxn modelId="{133C0D63-0A8E-4A8D-8DB3-FEC8A0BFF40F}" type="presParOf" srcId="{E11CAD3A-31AF-4A46-B7AA-9AFF99C9B87D}" destId="{807E85A5-8911-4527-8C8A-5968124A6C0C}" srcOrd="1" destOrd="0" presId="urn:microsoft.com/office/officeart/2005/8/layout/default"/>
    <dgm:cxn modelId="{D4E27A64-54AE-43AF-A96A-9A2EF3292898}" type="presParOf" srcId="{E11CAD3A-31AF-4A46-B7AA-9AFF99C9B87D}" destId="{4463CD30-E25D-4C0C-BED2-2651C53DFAB2}" srcOrd="2" destOrd="0" presId="urn:microsoft.com/office/officeart/2005/8/layout/default"/>
    <dgm:cxn modelId="{13AA169B-5DB1-4214-85D0-1FFD1B986788}" type="presParOf" srcId="{E11CAD3A-31AF-4A46-B7AA-9AFF99C9B87D}" destId="{AC883DF6-A2BC-440A-99CE-AF7679391FA8}" srcOrd="3" destOrd="0" presId="urn:microsoft.com/office/officeart/2005/8/layout/default"/>
    <dgm:cxn modelId="{BA85D019-CA3D-4D0E-A295-0EA3B8D8E7D3}" type="presParOf" srcId="{E11CAD3A-31AF-4A46-B7AA-9AFF99C9B87D}" destId="{6EC3AED9-19DE-4154-9BBE-B66BE477D0A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D8271C-ED08-408E-886F-33436F365489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9C598F-42EA-460F-8EB0-849C13BD8BC5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Modernizar el sistema de gestión de taller</a:t>
          </a:r>
          <a:endParaRPr lang="en-US" sz="1500" kern="1200"/>
        </a:p>
      </dsp:txBody>
      <dsp:txXfrm>
        <a:off x="78583" y="2435142"/>
        <a:ext cx="2399612" cy="720000"/>
      </dsp:txXfrm>
    </dsp:sp>
    <dsp:sp modelId="{EECC27FC-B106-423B-8806-F06C1801845C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492D7-6D6B-40E5-B903-B8FDC8FDE91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Reemplazar plataforma Oracle Forms 6i / Oracle 11g</a:t>
          </a:r>
          <a:endParaRPr lang="en-US" sz="1500" kern="1200"/>
        </a:p>
      </dsp:txBody>
      <dsp:txXfrm>
        <a:off x="2898129" y="2435142"/>
        <a:ext cx="2399612" cy="720000"/>
      </dsp:txXfrm>
    </dsp:sp>
    <dsp:sp modelId="{D4D7C9AC-165E-427B-9986-EE0A958C18DD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63CC3-88E6-41F6-9D27-D9A349E365F3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Adoptar arquitectura moderna, escalable y mantenible</a:t>
          </a:r>
          <a:endParaRPr lang="en-US" sz="1500" kern="1200"/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EE9C5-6193-4395-82A1-2EA244042E9F}">
      <dsp:nvSpPr>
        <dsp:cNvPr id="0" name=""/>
        <dsp:cNvSpPr/>
      </dsp:nvSpPr>
      <dsp:spPr>
        <a:xfrm>
          <a:off x="0" y="0"/>
          <a:ext cx="6556696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/>
            <a:t>Definición y aprobación de arquitectura</a:t>
          </a:r>
          <a:endParaRPr lang="en-US" sz="2600" kern="1200"/>
        </a:p>
      </dsp:txBody>
      <dsp:txXfrm>
        <a:off x="23773" y="23773"/>
        <a:ext cx="5612256" cy="764123"/>
      </dsp:txXfrm>
    </dsp:sp>
    <dsp:sp modelId="{AA370603-3138-4E08-B7D3-2B91E1C83F59}">
      <dsp:nvSpPr>
        <dsp:cNvPr id="0" name=""/>
        <dsp:cNvSpPr/>
      </dsp:nvSpPr>
      <dsp:spPr>
        <a:xfrm>
          <a:off x="549123" y="959245"/>
          <a:ext cx="6556696" cy="81166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/>
            <a:t>Implementación de estructura base</a:t>
          </a:r>
          <a:endParaRPr lang="en-US" sz="2600" kern="1200"/>
        </a:p>
      </dsp:txBody>
      <dsp:txXfrm>
        <a:off x="572896" y="983018"/>
        <a:ext cx="5432442" cy="764123"/>
      </dsp:txXfrm>
    </dsp:sp>
    <dsp:sp modelId="{6FDE78E8-6EC9-4828-9C99-72010B0B5AD7}">
      <dsp:nvSpPr>
        <dsp:cNvPr id="0" name=""/>
        <dsp:cNvSpPr/>
      </dsp:nvSpPr>
      <dsp:spPr>
        <a:xfrm>
          <a:off x="1090050" y="1918490"/>
          <a:ext cx="6556696" cy="8116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/>
            <a:t>Configuración de entornos y DevOps</a:t>
          </a:r>
          <a:endParaRPr lang="en-US" sz="2600" kern="1200"/>
        </a:p>
      </dsp:txBody>
      <dsp:txXfrm>
        <a:off x="1113823" y="1942263"/>
        <a:ext cx="5440638" cy="764123"/>
      </dsp:txXfrm>
    </dsp:sp>
    <dsp:sp modelId="{F56647CE-DCF3-421D-9008-4F2E600A39CB}">
      <dsp:nvSpPr>
        <dsp:cNvPr id="0" name=""/>
        <dsp:cNvSpPr/>
      </dsp:nvSpPr>
      <dsp:spPr>
        <a:xfrm>
          <a:off x="1639174" y="2877735"/>
          <a:ext cx="6556696" cy="8116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600" kern="1200"/>
            <a:t>Modelo de datos ajustado</a:t>
          </a:r>
          <a:endParaRPr lang="en-US" sz="2600" kern="1200"/>
        </a:p>
      </dsp:txBody>
      <dsp:txXfrm>
        <a:off x="1662947" y="2901508"/>
        <a:ext cx="5432442" cy="764123"/>
      </dsp:txXfrm>
    </dsp:sp>
    <dsp:sp modelId="{761A60E5-1DF7-4A77-8976-A64A3D742E98}">
      <dsp:nvSpPr>
        <dsp:cNvPr id="0" name=""/>
        <dsp:cNvSpPr/>
      </dsp:nvSpPr>
      <dsp:spPr>
        <a:xfrm>
          <a:off x="6029111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147817" y="621664"/>
        <a:ext cx="290172" cy="397007"/>
      </dsp:txXfrm>
    </dsp:sp>
    <dsp:sp modelId="{77B16F20-850D-40C4-84F0-5B5117123584}">
      <dsp:nvSpPr>
        <dsp:cNvPr id="0" name=""/>
        <dsp:cNvSpPr/>
      </dsp:nvSpPr>
      <dsp:spPr>
        <a:xfrm>
          <a:off x="6578235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6696941" y="1580910"/>
        <a:ext cx="290172" cy="397007"/>
      </dsp:txXfrm>
    </dsp:sp>
    <dsp:sp modelId="{E03AB3B9-5973-4E64-BC57-8F403747865C}">
      <dsp:nvSpPr>
        <dsp:cNvPr id="0" name=""/>
        <dsp:cNvSpPr/>
      </dsp:nvSpPr>
      <dsp:spPr>
        <a:xfrm>
          <a:off x="7119162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237868" y="2540155"/>
        <a:ext cx="290172" cy="39700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67E70B-AFCD-4612-A6E3-14AA7B86A679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21AF82-FDA6-4470-9E30-93D581967B07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Arquitectura Hexagonal / Clean Architecture</a:t>
          </a:r>
          <a:endParaRPr lang="en-US" sz="1800" kern="1200"/>
        </a:p>
      </dsp:txBody>
      <dsp:txXfrm>
        <a:off x="298991" y="1277365"/>
        <a:ext cx="2219346" cy="1377989"/>
      </dsp:txXfrm>
    </dsp:sp>
    <dsp:sp modelId="{0B202660-1FAC-4ABF-A6A8-DB120D91AC27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C1ED49-C4D6-46A9-9036-70687D3C9AB9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Separación por capas: Dominio, Aplicación, Infraestructura, Presentación</a:t>
          </a:r>
          <a:endParaRPr lang="en-US" sz="1800" kern="1200"/>
        </a:p>
      </dsp:txBody>
      <dsp:txXfrm>
        <a:off x="3116322" y="1277365"/>
        <a:ext cx="2219346" cy="1377989"/>
      </dsp:txXfrm>
    </dsp:sp>
    <dsp:sp modelId="{E1C03A1F-7DEA-4E01-BBB7-DCE6152088C1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E57CF3-C006-416F-9DFD-9DCD28347EDC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/>
            <a:t>Preparada para pruebas y escalabilidad</a:t>
          </a:r>
          <a:endParaRPr lang="en-US" sz="1800" kern="1200"/>
        </a:p>
      </dsp:txBody>
      <dsp:txXfrm>
        <a:off x="5933653" y="1277365"/>
        <a:ext cx="2219346" cy="13779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16E3EE-BE0B-46B2-B2AA-6AB817135A2B}">
      <dsp:nvSpPr>
        <dsp:cNvPr id="0" name=""/>
        <dsp:cNvSpPr/>
      </dsp:nvSpPr>
      <dsp:spPr>
        <a:xfrm>
          <a:off x="520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FCA5F5-000C-412C-9903-6E9578BB20EC}">
      <dsp:nvSpPr>
        <dsp:cNvPr id="0" name=""/>
        <dsp:cNvSpPr/>
      </dsp:nvSpPr>
      <dsp:spPr>
        <a:xfrm>
          <a:off x="25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React 18 + TypeScript + Vite</a:t>
          </a:r>
          <a:endParaRPr lang="en-US" sz="1900" kern="1200"/>
        </a:p>
      </dsp:txBody>
      <dsp:txXfrm>
        <a:off x="25435" y="2024704"/>
        <a:ext cx="1800000" cy="720000"/>
      </dsp:txXfrm>
    </dsp:sp>
    <dsp:sp modelId="{14543CE2-55A4-45FF-ABD2-F5E30C3594D6}">
      <dsp:nvSpPr>
        <dsp:cNvPr id="0" name=""/>
        <dsp:cNvSpPr/>
      </dsp:nvSpPr>
      <dsp:spPr>
        <a:xfrm>
          <a:off x="2635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8D729-6FF1-4F92-B973-8406945D91FE}">
      <dsp:nvSpPr>
        <dsp:cNvPr id="0" name=""/>
        <dsp:cNvSpPr/>
      </dsp:nvSpPr>
      <dsp:spPr>
        <a:xfrm>
          <a:off x="2140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Estructura feature-based</a:t>
          </a:r>
          <a:endParaRPr lang="en-US" sz="1900" kern="1200"/>
        </a:p>
      </dsp:txBody>
      <dsp:txXfrm>
        <a:off x="2140435" y="2024704"/>
        <a:ext cx="1800000" cy="720000"/>
      </dsp:txXfrm>
    </dsp:sp>
    <dsp:sp modelId="{9F7FA42F-393A-4B8D-8ED8-276B2DAFEFE7}">
      <dsp:nvSpPr>
        <dsp:cNvPr id="0" name=""/>
        <dsp:cNvSpPr/>
      </dsp:nvSpPr>
      <dsp:spPr>
        <a:xfrm>
          <a:off x="4750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DC34B-9D30-40AC-9598-755EC560F34F}">
      <dsp:nvSpPr>
        <dsp:cNvPr id="0" name=""/>
        <dsp:cNvSpPr/>
      </dsp:nvSpPr>
      <dsp:spPr>
        <a:xfrm>
          <a:off x="4255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Material UI, React Query, Router</a:t>
          </a:r>
          <a:endParaRPr lang="en-US" sz="1900" kern="1200"/>
        </a:p>
      </dsp:txBody>
      <dsp:txXfrm>
        <a:off x="4255435" y="2024704"/>
        <a:ext cx="1800000" cy="720000"/>
      </dsp:txXfrm>
    </dsp:sp>
    <dsp:sp modelId="{2AA99F24-BB10-4D38-962C-11B6F04FB641}">
      <dsp:nvSpPr>
        <dsp:cNvPr id="0" name=""/>
        <dsp:cNvSpPr/>
      </dsp:nvSpPr>
      <dsp:spPr>
        <a:xfrm>
          <a:off x="6865435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73B57A-2683-4BA3-8739-7A6532F4C654}">
      <dsp:nvSpPr>
        <dsp:cNvPr id="0" name=""/>
        <dsp:cNvSpPr/>
      </dsp:nvSpPr>
      <dsp:spPr>
        <a:xfrm>
          <a:off x="6370435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/>
            <a:t>Código tipado y estandarizado</a:t>
          </a:r>
          <a:endParaRPr lang="en-US" sz="1900" kern="1200"/>
        </a:p>
      </dsp:txBody>
      <dsp:txXfrm>
        <a:off x="6370435" y="2024704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AD1DA5-0E5E-442E-BF6F-E12523BC0A79}">
      <dsp:nvSpPr>
        <dsp:cNvPr id="0" name=""/>
        <dsp:cNvSpPr/>
      </dsp:nvSpPr>
      <dsp:spPr>
        <a:xfrm>
          <a:off x="0" y="0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Arquitectura sólida</a:t>
          </a:r>
        </a:p>
      </dsp:txBody>
      <dsp:txXfrm>
        <a:off x="27017" y="27017"/>
        <a:ext cx="5483391" cy="868383"/>
      </dsp:txXfrm>
    </dsp:sp>
    <dsp:sp modelId="{FBDDB48E-2C64-42D1-8FDB-3FF18208B504}">
      <dsp:nvSpPr>
        <dsp:cNvPr id="0" name=""/>
        <dsp:cNvSpPr/>
      </dsp:nvSpPr>
      <dsp:spPr>
        <a:xfrm>
          <a:off x="549123" y="1090129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Escalabilidad y mantenibilidad</a:t>
          </a:r>
        </a:p>
      </dsp:txBody>
      <dsp:txXfrm>
        <a:off x="576140" y="1117146"/>
        <a:ext cx="5353968" cy="868383"/>
      </dsp:txXfrm>
    </dsp:sp>
    <dsp:sp modelId="{3E8C8348-1217-4BE1-A9B1-6DE6AD83A07D}">
      <dsp:nvSpPr>
        <dsp:cNvPr id="0" name=""/>
        <dsp:cNvSpPr/>
      </dsp:nvSpPr>
      <dsp:spPr>
        <a:xfrm>
          <a:off x="1090050" y="2180258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Preparación para desarrollo paralelo</a:t>
          </a:r>
        </a:p>
      </dsp:txBody>
      <dsp:txXfrm>
        <a:off x="1117067" y="2207275"/>
        <a:ext cx="5362164" cy="868383"/>
      </dsp:txXfrm>
    </dsp:sp>
    <dsp:sp modelId="{85779573-0081-4F08-BD30-7222DDCF10D3}">
      <dsp:nvSpPr>
        <dsp:cNvPr id="0" name=""/>
        <dsp:cNvSpPr/>
      </dsp:nvSpPr>
      <dsp:spPr>
        <a:xfrm>
          <a:off x="1639174" y="3270387"/>
          <a:ext cx="6556696" cy="922417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Reducción de deuda técnica</a:t>
          </a:r>
        </a:p>
      </dsp:txBody>
      <dsp:txXfrm>
        <a:off x="1666191" y="3297404"/>
        <a:ext cx="5353968" cy="868383"/>
      </dsp:txXfrm>
    </dsp:sp>
    <dsp:sp modelId="{7986129B-4A06-4905-9F1E-68C6F2EF6D02}">
      <dsp:nvSpPr>
        <dsp:cNvPr id="0" name=""/>
        <dsp:cNvSpPr/>
      </dsp:nvSpPr>
      <dsp:spPr>
        <a:xfrm>
          <a:off x="5957125" y="706487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092028" y="706487"/>
        <a:ext cx="329765" cy="451177"/>
      </dsp:txXfrm>
    </dsp:sp>
    <dsp:sp modelId="{DEECDB36-EA65-444F-8EDC-A672FAA41605}">
      <dsp:nvSpPr>
        <dsp:cNvPr id="0" name=""/>
        <dsp:cNvSpPr/>
      </dsp:nvSpPr>
      <dsp:spPr>
        <a:xfrm>
          <a:off x="6506249" y="179661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6641152" y="1796616"/>
        <a:ext cx="329765" cy="451177"/>
      </dsp:txXfrm>
    </dsp:sp>
    <dsp:sp modelId="{8F23AAF0-0F90-45E1-88BB-26138AE54C03}">
      <dsp:nvSpPr>
        <dsp:cNvPr id="0" name=""/>
        <dsp:cNvSpPr/>
      </dsp:nvSpPr>
      <dsp:spPr>
        <a:xfrm>
          <a:off x="7047176" y="2886746"/>
          <a:ext cx="599571" cy="59957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182079" y="2886746"/>
        <a:ext cx="329765" cy="45117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1EE388-AF6B-47F7-B528-5FB717AAA855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Implementación de autenticación y usuarios</a:t>
          </a:r>
        </a:p>
      </dsp:txBody>
      <dsp:txXfrm>
        <a:off x="715337" y="2413"/>
        <a:ext cx="3221521" cy="1932912"/>
      </dsp:txXfrm>
    </dsp:sp>
    <dsp:sp modelId="{4463CD30-E25D-4C0C-BED2-2651C53DFAB2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Desarrollo MVP módulo Taller</a:t>
          </a:r>
        </a:p>
      </dsp:txBody>
      <dsp:txXfrm>
        <a:off x="4259011" y="2413"/>
        <a:ext cx="3221521" cy="1932912"/>
      </dsp:txXfrm>
    </dsp:sp>
    <dsp:sp modelId="{6EC3AED9-19DE-4154-9BBE-B66BE477D0A4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Pruebas automatizadas y CI/CD</a:t>
          </a:r>
        </a:p>
      </dsp:txBody>
      <dsp:txXfrm>
        <a:off x="2487174" y="2257478"/>
        <a:ext cx="3221521" cy="1932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macar.com/blog/herramientas-modernizar-servicio-aumentar-ventas-taller-mecanico/" TargetMode="External"/><Relationship Id="rId3" Type="http://schemas.openxmlformats.org/officeDocument/2006/relationships/diagramLayout" Target="../diagrams/layout1.xml"/><Relationship Id="rId7" Type="http://schemas.openxmlformats.org/officeDocument/2006/relationships/image" Target="../media/image9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Proyecto Vórtice – Avances Técnicos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r>
              <a:rPr lang="es-CO" sz="1700"/>
              <a:t>Sistema de Gestión de Taller</a:t>
            </a:r>
          </a:p>
          <a:p>
            <a:r>
              <a:rPr lang="es-CO" sz="1700"/>
              <a:t>Resumen Ejecutivo</a:t>
            </a:r>
          </a:p>
          <a:p>
            <a:r>
              <a:rPr lang="es-CO" sz="1700"/>
              <a:t>Enero 2026</a:t>
            </a:r>
          </a:p>
        </p:txBody>
      </p:sp>
      <p:pic>
        <p:nvPicPr>
          <p:cNvPr id="17" name="Graphic 6" descr="Marca de verificación">
            <a:extLst>
              <a:ext uri="{FF2B5EF4-FFF2-40B4-BE49-F238E27FC236}">
                <a16:creationId xmlns:a16="http://schemas.microsoft.com/office/drawing/2014/main" id="{7CD7251B-469A-F7CA-E230-CE70D95722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2126" y="2079023"/>
            <a:ext cx="2711832" cy="27118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Objetivo del Proyecto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EA34C1A3-7020-0C44-835D-7E7B937912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196953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n 4" descr="Imagen de la pantalla de un celular con texto e imágenes&#10;&#10;El contenido generado por IA puede ser incorrecto.">
            <a:extLst>
              <a:ext uri="{FF2B5EF4-FFF2-40B4-BE49-F238E27FC236}">
                <a16:creationId xmlns:a16="http://schemas.microsoft.com/office/drawing/2014/main" id="{38B1E924-2E32-1A06-953A-5355074747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215466" y="1762727"/>
            <a:ext cx="1548041" cy="11610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Avances Generales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D69E42D-1961-29FA-E7D5-D51A20DCF5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98307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Arquitectura del Backend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62895AF6-FF32-CF84-594E-11FBDFCAB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7723256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Frontend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83C3AD90-35A9-DB07-B3B3-8C832BBF33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1161887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DevOps y Entornos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s-CO" sz="1700"/>
              <a:t>Dockerfiles multi-stage</a:t>
            </a:r>
          </a:p>
          <a:p>
            <a:r>
              <a:rPr lang="es-CO" sz="1700"/>
              <a:t>Docker Compose con perfiles</a:t>
            </a:r>
          </a:p>
          <a:p>
            <a:r>
              <a:rPr lang="es-CO" sz="1700"/>
              <a:t>PostgreSQL 18, PgAdmin, MailHog, Nginx</a:t>
            </a:r>
          </a:p>
          <a:p>
            <a:r>
              <a:rPr lang="es-CO" sz="1700"/>
              <a:t>Base lista para CI/CD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Buenas Prácticas Aplicadas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s-CO" sz="1700"/>
              <a:t>Separación de responsabilidades</a:t>
            </a:r>
          </a:p>
          <a:p>
            <a:r>
              <a:rPr lang="es-CO" sz="1700"/>
              <a:t>Tipado estricto</a:t>
            </a:r>
          </a:p>
          <a:p>
            <a:r>
              <a:rPr lang="es-CO" sz="1700"/>
              <a:t>Migraciones versionadas</a:t>
            </a:r>
          </a:p>
          <a:p>
            <a:r>
              <a:rPr lang="es-CO" sz="1700"/>
              <a:t>Infraestructura reproducible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Fortalezas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1F47D7-EED1-9726-DDD2-C376560B6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283118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9797" y="586855"/>
            <a:ext cx="3172575" cy="3387497"/>
          </a:xfrm>
        </p:spPr>
        <p:txBody>
          <a:bodyPr anchor="b">
            <a:normAutofit/>
          </a:bodyPr>
          <a:lstStyle/>
          <a:p>
            <a:pPr algn="r"/>
            <a:r>
              <a:rPr lang="es-CO" sz="3500">
                <a:solidFill>
                  <a:srgbClr val="FFFFFF"/>
                </a:solidFill>
              </a:rPr>
              <a:t>Estado Actual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68" y="649480"/>
            <a:ext cx="3646835" cy="5546047"/>
          </a:xfrm>
        </p:spPr>
        <p:txBody>
          <a:bodyPr anchor="ctr">
            <a:normAutofit/>
          </a:bodyPr>
          <a:lstStyle/>
          <a:p>
            <a:r>
              <a:rPr lang="es-CO" sz="1700"/>
              <a:t>Estructura y configuración base completadas</a:t>
            </a:r>
          </a:p>
          <a:p>
            <a:r>
              <a:rPr lang="es-CO" sz="1700"/>
              <a:t>Proyecto listo para desarrollo funcional</a:t>
            </a:r>
          </a:p>
          <a:p>
            <a:r>
              <a:rPr lang="es-CO" sz="1700"/>
              <a:t>Alto nivel de madurez para etapa inicial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CO" sz="3500">
                <a:solidFill>
                  <a:srgbClr val="FFFFFF"/>
                </a:solidFill>
              </a:rPr>
              <a:t>Próximos Pasos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4B7CA09-8AC2-26E4-68DA-8215EFD638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342458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190</Words>
  <Application>Microsoft Office PowerPoint</Application>
  <PresentationFormat>Presentación en pantalla (4:3)</PresentationFormat>
  <Paragraphs>45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Proyecto Vórtice – Avances Técnicos</vt:lpstr>
      <vt:lpstr>Objetivo del Proyecto</vt:lpstr>
      <vt:lpstr>Avances Generales</vt:lpstr>
      <vt:lpstr>Arquitectura del Backend</vt:lpstr>
      <vt:lpstr>Frontend</vt:lpstr>
      <vt:lpstr>DevOps y Entornos</vt:lpstr>
      <vt:lpstr>Buenas Prácticas Aplicadas</vt:lpstr>
      <vt:lpstr>Fortalezas del Proyecto</vt:lpstr>
      <vt:lpstr>Estado Actual</vt:lpstr>
      <vt:lpstr>Próximos Pasos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Francisco Emilio Montoya Lopez</cp:lastModifiedBy>
  <cp:revision>3</cp:revision>
  <dcterms:created xsi:type="dcterms:W3CDTF">2013-01-27T09:14:16Z</dcterms:created>
  <dcterms:modified xsi:type="dcterms:W3CDTF">2026-01-20T03:03:00Z</dcterms:modified>
  <cp:category/>
</cp:coreProperties>
</file>