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Proyecto VÓRTICE</a:t>
            </a:r>
          </a:p>
          <a:p>
            <a:r>
              <a:t>Informe de Avance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Equipo de Desarrollo y QA</a:t>
            </a:r>
          </a:p>
          <a:p>
            <a:r>
              <a:t>Enero 2026</a:t>
            </a:r>
          </a:p>
          <a:p>
            <a:r>
              <a:t>TRANSER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Infraestructura de testing con PostgreSQL real</a:t>
            </a:r>
          </a:p>
          <a:p>
            <a:r>
              <a:t>• Autenticación frontend completa</a:t>
            </a:r>
          </a:p>
          <a:p>
            <a:r>
              <a:t>• Documentación técnica finalizada</a:t>
            </a:r>
          </a:p>
          <a:p/>
          <a:p>
            <a:r>
              <a:t>✔ 50 tests ejecutados (100%)</a:t>
            </a:r>
          </a:p>
          <a:p>
            <a:r>
              <a:t>✔ 0 errores de build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Infraestructura de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Migración de H2 a PostgreSQL con Testcontainers</a:t>
            </a:r>
          </a:p>
          <a:p>
            <a:r>
              <a:t>• Migraciones Flyway validadas</a:t>
            </a:r>
          </a:p>
          <a:p>
            <a:r>
              <a:t>• Datos aislados entre pruebas</a:t>
            </a:r>
          </a:p>
          <a:p/>
          <a:p>
            <a:r>
              <a:t>Beneficio: mayor realismo y confiabilidad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de Calidad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UserRepository: 17 tests</a:t>
            </a:r>
          </a:p>
          <a:p>
            <a:r>
              <a:t>• RoleRepository: 15 tests</a:t>
            </a:r>
          </a:p>
          <a:p>
            <a:r>
              <a:t>• RefreshTokenRepository: 18 tests</a:t>
            </a:r>
          </a:p>
          <a:p/>
          <a:p>
            <a:r>
              <a:t>BUILD SUCCESS – 0 fallos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Autenticación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Login seguro con JWT</a:t>
            </a:r>
          </a:p>
          <a:p>
            <a:r>
              <a:t>• Refresh automático de token</a:t>
            </a:r>
          </a:p>
          <a:p>
            <a:r>
              <a:t>• Protección de rutas</a:t>
            </a:r>
          </a:p>
          <a:p>
            <a:r>
              <a:t>• Manejo centralizado de errores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UI / Pages</a:t>
            </a:r>
          </a:p>
          <a:p>
            <a:r>
              <a:t>• State Management (Zustand)</a:t>
            </a:r>
          </a:p>
          <a:p>
            <a:r>
              <a:t>• Services (API)</a:t>
            </a:r>
          </a:p>
          <a:p>
            <a:r>
              <a:t>• Seguridad y Ruteo</a:t>
            </a:r>
          </a:p>
          <a:p/>
          <a:p>
            <a:r>
              <a:t>Arquitectura modular y escalable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Documentación Técnica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Guía completa de testing de API</a:t>
            </a:r>
          </a:p>
          <a:p>
            <a:r>
              <a:t>• Ejemplos cURL y Postman</a:t>
            </a:r>
          </a:p>
          <a:p>
            <a:r>
              <a:t>• Manejo de errores y rate limiting</a:t>
            </a:r>
          </a:p>
          <a:p/>
          <a:p>
            <a:r>
              <a:t>Mejora onboarding y soporte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 del 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Tests Backend: 100%</a:t>
            </a:r>
          </a:p>
          <a:p>
            <a:r>
              <a:t>• Errores TypeScript: 0</a:t>
            </a:r>
          </a:p>
          <a:p>
            <a:r>
              <a:t>• Autenticación: Completa</a:t>
            </a:r>
          </a:p>
          <a:p>
            <a:r>
              <a:t>• Build: Exitoso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Estado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Avance estimado: 15%</a:t>
            </a:r>
          </a:p>
          <a:p>
            <a:r>
              <a:t>• Base técnica sólida</a:t>
            </a:r>
          </a:p>
          <a:p>
            <a:r>
              <a:t>• Listos para módulos de negocio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Registro de usuarios</a:t>
            </a:r>
          </a:p>
          <a:p>
            <a:r>
              <a:t>• Recuperación de contraseña</a:t>
            </a:r>
          </a:p>
          <a:p>
            <a:r>
              <a:t>• Layout general</a:t>
            </a:r>
          </a:p>
          <a:p>
            <a:r>
              <a:t>• Inicio módulo Taller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Sprint ejecutado con alta calidad técnica.</a:t>
            </a:r>
          </a:p>
          <a:p>
            <a:r>
              <a:t>Proyecto listo para escalar funcionalmente.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